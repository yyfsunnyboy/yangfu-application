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Lst>
  <p:sldSz cy="43200625" cx="270002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6" roundtripDataSignature="AMtx7mgt11gVO5f8d8RVxvCNyEO8IvEA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465388" y="1143000"/>
            <a:ext cx="19272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zh-TW"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2465388" y="1143000"/>
            <a:ext cx="192722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zh-TW"/>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投影片"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2025015" y="7070108"/>
            <a:ext cx="22950170" cy="15040222"/>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17717"/>
              <a:buFont typeface="Calibri"/>
              <a:buNone/>
              <a:defRPr sz="17717"/>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 type="subTitle"/>
          </p:nvPr>
        </p:nvSpPr>
        <p:spPr>
          <a:xfrm>
            <a:off x="3375025" y="22690338"/>
            <a:ext cx="20250150" cy="10430151"/>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2953"/>
              </a:spcBef>
              <a:spcAft>
                <a:spcPts val="0"/>
              </a:spcAft>
              <a:buClr>
                <a:schemeClr val="dk1"/>
              </a:buClr>
              <a:buSzPts val="7087"/>
              <a:buNone/>
              <a:defRPr sz="7087"/>
            </a:lvl1pPr>
            <a:lvl2pPr lvl="1" algn="ctr">
              <a:lnSpc>
                <a:spcPct val="90000"/>
              </a:lnSpc>
              <a:spcBef>
                <a:spcPts val="1476"/>
              </a:spcBef>
              <a:spcAft>
                <a:spcPts val="0"/>
              </a:spcAft>
              <a:buClr>
                <a:schemeClr val="dk1"/>
              </a:buClr>
              <a:buSzPts val="5906"/>
              <a:buNone/>
              <a:defRPr sz="5906"/>
            </a:lvl2pPr>
            <a:lvl3pPr lvl="2" algn="ctr">
              <a:lnSpc>
                <a:spcPct val="90000"/>
              </a:lnSpc>
              <a:spcBef>
                <a:spcPts val="1476"/>
              </a:spcBef>
              <a:spcAft>
                <a:spcPts val="0"/>
              </a:spcAft>
              <a:buClr>
                <a:schemeClr val="dk1"/>
              </a:buClr>
              <a:buSzPts val="5315"/>
              <a:buNone/>
              <a:defRPr sz="5315"/>
            </a:lvl3pPr>
            <a:lvl4pPr lvl="3" algn="ctr">
              <a:lnSpc>
                <a:spcPct val="90000"/>
              </a:lnSpc>
              <a:spcBef>
                <a:spcPts val="1476"/>
              </a:spcBef>
              <a:spcAft>
                <a:spcPts val="0"/>
              </a:spcAft>
              <a:buClr>
                <a:schemeClr val="dk1"/>
              </a:buClr>
              <a:buSzPts val="4724"/>
              <a:buNone/>
              <a:defRPr sz="4724"/>
            </a:lvl4pPr>
            <a:lvl5pPr lvl="4" algn="ctr">
              <a:lnSpc>
                <a:spcPct val="90000"/>
              </a:lnSpc>
              <a:spcBef>
                <a:spcPts val="1476"/>
              </a:spcBef>
              <a:spcAft>
                <a:spcPts val="0"/>
              </a:spcAft>
              <a:buClr>
                <a:schemeClr val="dk1"/>
              </a:buClr>
              <a:buSzPts val="4724"/>
              <a:buNone/>
              <a:defRPr sz="4724"/>
            </a:lvl5pPr>
            <a:lvl6pPr lvl="5" algn="ctr">
              <a:lnSpc>
                <a:spcPct val="90000"/>
              </a:lnSpc>
              <a:spcBef>
                <a:spcPts val="1476"/>
              </a:spcBef>
              <a:spcAft>
                <a:spcPts val="0"/>
              </a:spcAft>
              <a:buClr>
                <a:schemeClr val="dk1"/>
              </a:buClr>
              <a:buSzPts val="4724"/>
              <a:buNone/>
              <a:defRPr sz="4724"/>
            </a:lvl6pPr>
            <a:lvl7pPr lvl="6" algn="ctr">
              <a:lnSpc>
                <a:spcPct val="90000"/>
              </a:lnSpc>
              <a:spcBef>
                <a:spcPts val="1476"/>
              </a:spcBef>
              <a:spcAft>
                <a:spcPts val="0"/>
              </a:spcAft>
              <a:buClr>
                <a:schemeClr val="dk1"/>
              </a:buClr>
              <a:buSzPts val="4724"/>
              <a:buNone/>
              <a:defRPr sz="4724"/>
            </a:lvl7pPr>
            <a:lvl8pPr lvl="7" algn="ctr">
              <a:lnSpc>
                <a:spcPct val="90000"/>
              </a:lnSpc>
              <a:spcBef>
                <a:spcPts val="1476"/>
              </a:spcBef>
              <a:spcAft>
                <a:spcPts val="0"/>
              </a:spcAft>
              <a:buClr>
                <a:schemeClr val="dk1"/>
              </a:buClr>
              <a:buSzPts val="4724"/>
              <a:buNone/>
              <a:defRPr sz="4724"/>
            </a:lvl8pPr>
            <a:lvl9pPr lvl="8" algn="ctr">
              <a:lnSpc>
                <a:spcPct val="90000"/>
              </a:lnSpc>
              <a:spcBef>
                <a:spcPts val="1476"/>
              </a:spcBef>
              <a:spcAft>
                <a:spcPts val="0"/>
              </a:spcAft>
              <a:buClr>
                <a:schemeClr val="dk1"/>
              </a:buClr>
              <a:buSzPts val="4724"/>
              <a:buNone/>
              <a:defRPr sz="4724"/>
            </a:lvl9pPr>
          </a:lstStyle>
          <a:p/>
        </p:txBody>
      </p:sp>
      <p:sp>
        <p:nvSpPr>
          <p:cNvPr id="18" name="Google Shape;18;p3"/>
          <p:cNvSpPr txBox="1"/>
          <p:nvPr>
            <p:ph idx="10" type="dt"/>
          </p:nvPr>
        </p:nvSpPr>
        <p:spPr>
          <a:xfrm>
            <a:off x="1856264" y="40040601"/>
            <a:ext cx="6075045" cy="230003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8943816" y="40040601"/>
            <a:ext cx="9112568" cy="23000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19068891" y="40040601"/>
            <a:ext cx="6075045" cy="230003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物件"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1856264" y="2300044"/>
            <a:ext cx="23287673" cy="835012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body"/>
          </p:nvPr>
        </p:nvSpPr>
        <p:spPr>
          <a:xfrm>
            <a:off x="1856264" y="11500170"/>
            <a:ext cx="23287673" cy="2741040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953"/>
              </a:spcBef>
              <a:spcAft>
                <a:spcPts val="0"/>
              </a:spcAft>
              <a:buClr>
                <a:schemeClr val="dk1"/>
              </a:buClr>
              <a:buSzPts val="1800"/>
              <a:buChar char="•"/>
              <a:defRPr/>
            </a:lvl1pPr>
            <a:lvl2pPr indent="-342900" lvl="1" marL="914400" algn="l">
              <a:lnSpc>
                <a:spcPct val="90000"/>
              </a:lnSpc>
              <a:spcBef>
                <a:spcPts val="1476"/>
              </a:spcBef>
              <a:spcAft>
                <a:spcPts val="0"/>
              </a:spcAft>
              <a:buClr>
                <a:schemeClr val="dk1"/>
              </a:buClr>
              <a:buSzPts val="1800"/>
              <a:buChar char="•"/>
              <a:defRPr/>
            </a:lvl2pPr>
            <a:lvl3pPr indent="-342900" lvl="2" marL="1371600" algn="l">
              <a:lnSpc>
                <a:spcPct val="90000"/>
              </a:lnSpc>
              <a:spcBef>
                <a:spcPts val="1476"/>
              </a:spcBef>
              <a:spcAft>
                <a:spcPts val="0"/>
              </a:spcAft>
              <a:buClr>
                <a:schemeClr val="dk1"/>
              </a:buClr>
              <a:buSzPts val="1800"/>
              <a:buChar char="•"/>
              <a:defRPr/>
            </a:lvl3pPr>
            <a:lvl4pPr indent="-342900" lvl="3" marL="1828800" algn="l">
              <a:lnSpc>
                <a:spcPct val="90000"/>
              </a:lnSpc>
              <a:spcBef>
                <a:spcPts val="1476"/>
              </a:spcBef>
              <a:spcAft>
                <a:spcPts val="0"/>
              </a:spcAft>
              <a:buClr>
                <a:schemeClr val="dk1"/>
              </a:buClr>
              <a:buSzPts val="1800"/>
              <a:buChar char="•"/>
              <a:defRPr/>
            </a:lvl4pPr>
            <a:lvl5pPr indent="-342900" lvl="4" marL="2286000" algn="l">
              <a:lnSpc>
                <a:spcPct val="90000"/>
              </a:lnSpc>
              <a:spcBef>
                <a:spcPts val="1476"/>
              </a:spcBef>
              <a:spcAft>
                <a:spcPts val="0"/>
              </a:spcAft>
              <a:buClr>
                <a:schemeClr val="dk1"/>
              </a:buClr>
              <a:buSzPts val="1800"/>
              <a:buChar char="•"/>
              <a:defRPr/>
            </a:lvl5pPr>
            <a:lvl6pPr indent="-342900" lvl="5" marL="2743200" algn="l">
              <a:lnSpc>
                <a:spcPct val="90000"/>
              </a:lnSpc>
              <a:spcBef>
                <a:spcPts val="1476"/>
              </a:spcBef>
              <a:spcAft>
                <a:spcPts val="0"/>
              </a:spcAft>
              <a:buClr>
                <a:schemeClr val="dk1"/>
              </a:buClr>
              <a:buSzPts val="1800"/>
              <a:buChar char="•"/>
              <a:defRPr/>
            </a:lvl6pPr>
            <a:lvl7pPr indent="-342900" lvl="6" marL="3200400" algn="l">
              <a:lnSpc>
                <a:spcPct val="90000"/>
              </a:lnSpc>
              <a:spcBef>
                <a:spcPts val="1476"/>
              </a:spcBef>
              <a:spcAft>
                <a:spcPts val="0"/>
              </a:spcAft>
              <a:buClr>
                <a:schemeClr val="dk1"/>
              </a:buClr>
              <a:buSzPts val="1800"/>
              <a:buChar char="•"/>
              <a:defRPr/>
            </a:lvl7pPr>
            <a:lvl8pPr indent="-342900" lvl="7" marL="3657600" algn="l">
              <a:lnSpc>
                <a:spcPct val="90000"/>
              </a:lnSpc>
              <a:spcBef>
                <a:spcPts val="1476"/>
              </a:spcBef>
              <a:spcAft>
                <a:spcPts val="0"/>
              </a:spcAft>
              <a:buClr>
                <a:schemeClr val="dk1"/>
              </a:buClr>
              <a:buSzPts val="1800"/>
              <a:buChar char="•"/>
              <a:defRPr/>
            </a:lvl8pPr>
            <a:lvl9pPr indent="-342900" lvl="8" marL="4114800" algn="l">
              <a:lnSpc>
                <a:spcPct val="90000"/>
              </a:lnSpc>
              <a:spcBef>
                <a:spcPts val="1476"/>
              </a:spcBef>
              <a:spcAft>
                <a:spcPts val="0"/>
              </a:spcAft>
              <a:buClr>
                <a:schemeClr val="dk1"/>
              </a:buClr>
              <a:buSzPts val="1800"/>
              <a:buChar char="•"/>
              <a:defRPr/>
            </a:lvl9pPr>
          </a:lstStyle>
          <a:p/>
        </p:txBody>
      </p:sp>
      <p:sp>
        <p:nvSpPr>
          <p:cNvPr id="24" name="Google Shape;24;p4"/>
          <p:cNvSpPr txBox="1"/>
          <p:nvPr>
            <p:ph idx="10" type="dt"/>
          </p:nvPr>
        </p:nvSpPr>
        <p:spPr>
          <a:xfrm>
            <a:off x="1856264" y="40040601"/>
            <a:ext cx="6075045" cy="230003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8943816" y="40040601"/>
            <a:ext cx="9112568" cy="23000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19068891" y="40040601"/>
            <a:ext cx="6075045" cy="230003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章節標題"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1842202" y="10770172"/>
            <a:ext cx="23287673" cy="179702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7717"/>
              <a:buFont typeface="Calibri"/>
              <a:buNone/>
              <a:defRPr sz="17717"/>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1842202" y="28910440"/>
            <a:ext cx="23287673" cy="945013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2953"/>
              </a:spcBef>
              <a:spcAft>
                <a:spcPts val="0"/>
              </a:spcAft>
              <a:buClr>
                <a:schemeClr val="dk1"/>
              </a:buClr>
              <a:buSzPts val="7087"/>
              <a:buNone/>
              <a:defRPr sz="7087">
                <a:solidFill>
                  <a:schemeClr val="dk1"/>
                </a:solidFill>
              </a:defRPr>
            </a:lvl1pPr>
            <a:lvl2pPr indent="-228600" lvl="1" marL="914400" algn="l">
              <a:lnSpc>
                <a:spcPct val="90000"/>
              </a:lnSpc>
              <a:spcBef>
                <a:spcPts val="1476"/>
              </a:spcBef>
              <a:spcAft>
                <a:spcPts val="0"/>
              </a:spcAft>
              <a:buClr>
                <a:srgbClr val="888888"/>
              </a:buClr>
              <a:buSzPts val="5906"/>
              <a:buNone/>
              <a:defRPr sz="5906">
                <a:solidFill>
                  <a:srgbClr val="888888"/>
                </a:solidFill>
              </a:defRPr>
            </a:lvl2pPr>
            <a:lvl3pPr indent="-228600" lvl="2" marL="1371600" algn="l">
              <a:lnSpc>
                <a:spcPct val="90000"/>
              </a:lnSpc>
              <a:spcBef>
                <a:spcPts val="1476"/>
              </a:spcBef>
              <a:spcAft>
                <a:spcPts val="0"/>
              </a:spcAft>
              <a:buClr>
                <a:srgbClr val="888888"/>
              </a:buClr>
              <a:buSzPts val="5315"/>
              <a:buNone/>
              <a:defRPr sz="5315">
                <a:solidFill>
                  <a:srgbClr val="888888"/>
                </a:solidFill>
              </a:defRPr>
            </a:lvl3pPr>
            <a:lvl4pPr indent="-228600" lvl="3" marL="1828800" algn="l">
              <a:lnSpc>
                <a:spcPct val="90000"/>
              </a:lnSpc>
              <a:spcBef>
                <a:spcPts val="1476"/>
              </a:spcBef>
              <a:spcAft>
                <a:spcPts val="0"/>
              </a:spcAft>
              <a:buClr>
                <a:srgbClr val="888888"/>
              </a:buClr>
              <a:buSzPts val="4724"/>
              <a:buNone/>
              <a:defRPr sz="4724">
                <a:solidFill>
                  <a:srgbClr val="888888"/>
                </a:solidFill>
              </a:defRPr>
            </a:lvl4pPr>
            <a:lvl5pPr indent="-228600" lvl="4" marL="2286000" algn="l">
              <a:lnSpc>
                <a:spcPct val="90000"/>
              </a:lnSpc>
              <a:spcBef>
                <a:spcPts val="1476"/>
              </a:spcBef>
              <a:spcAft>
                <a:spcPts val="0"/>
              </a:spcAft>
              <a:buClr>
                <a:srgbClr val="888888"/>
              </a:buClr>
              <a:buSzPts val="4724"/>
              <a:buNone/>
              <a:defRPr sz="4724">
                <a:solidFill>
                  <a:srgbClr val="888888"/>
                </a:solidFill>
              </a:defRPr>
            </a:lvl5pPr>
            <a:lvl6pPr indent="-228600" lvl="5" marL="2743200" algn="l">
              <a:lnSpc>
                <a:spcPct val="90000"/>
              </a:lnSpc>
              <a:spcBef>
                <a:spcPts val="1476"/>
              </a:spcBef>
              <a:spcAft>
                <a:spcPts val="0"/>
              </a:spcAft>
              <a:buClr>
                <a:srgbClr val="888888"/>
              </a:buClr>
              <a:buSzPts val="4724"/>
              <a:buNone/>
              <a:defRPr sz="4724">
                <a:solidFill>
                  <a:srgbClr val="888888"/>
                </a:solidFill>
              </a:defRPr>
            </a:lvl6pPr>
            <a:lvl7pPr indent="-228600" lvl="6" marL="3200400" algn="l">
              <a:lnSpc>
                <a:spcPct val="90000"/>
              </a:lnSpc>
              <a:spcBef>
                <a:spcPts val="1476"/>
              </a:spcBef>
              <a:spcAft>
                <a:spcPts val="0"/>
              </a:spcAft>
              <a:buClr>
                <a:srgbClr val="888888"/>
              </a:buClr>
              <a:buSzPts val="4724"/>
              <a:buNone/>
              <a:defRPr sz="4724">
                <a:solidFill>
                  <a:srgbClr val="888888"/>
                </a:solidFill>
              </a:defRPr>
            </a:lvl7pPr>
            <a:lvl8pPr indent="-228600" lvl="7" marL="3657600" algn="l">
              <a:lnSpc>
                <a:spcPct val="90000"/>
              </a:lnSpc>
              <a:spcBef>
                <a:spcPts val="1476"/>
              </a:spcBef>
              <a:spcAft>
                <a:spcPts val="0"/>
              </a:spcAft>
              <a:buClr>
                <a:srgbClr val="888888"/>
              </a:buClr>
              <a:buSzPts val="4724"/>
              <a:buNone/>
              <a:defRPr sz="4724">
                <a:solidFill>
                  <a:srgbClr val="888888"/>
                </a:solidFill>
              </a:defRPr>
            </a:lvl8pPr>
            <a:lvl9pPr indent="-228600" lvl="8" marL="4114800" algn="l">
              <a:lnSpc>
                <a:spcPct val="90000"/>
              </a:lnSpc>
              <a:spcBef>
                <a:spcPts val="1476"/>
              </a:spcBef>
              <a:spcAft>
                <a:spcPts val="0"/>
              </a:spcAft>
              <a:buClr>
                <a:srgbClr val="888888"/>
              </a:buClr>
              <a:buSzPts val="4724"/>
              <a:buNone/>
              <a:defRPr sz="4724">
                <a:solidFill>
                  <a:srgbClr val="888888"/>
                </a:solidFill>
              </a:defRPr>
            </a:lvl9pPr>
          </a:lstStyle>
          <a:p/>
        </p:txBody>
      </p:sp>
      <p:sp>
        <p:nvSpPr>
          <p:cNvPr id="30" name="Google Shape;30;p5"/>
          <p:cNvSpPr txBox="1"/>
          <p:nvPr>
            <p:ph idx="10" type="dt"/>
          </p:nvPr>
        </p:nvSpPr>
        <p:spPr>
          <a:xfrm>
            <a:off x="1856264" y="40040601"/>
            <a:ext cx="6075045" cy="230003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8943816" y="40040601"/>
            <a:ext cx="9112568" cy="23000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19068891" y="40040601"/>
            <a:ext cx="6075045" cy="230003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兩項物件"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1856264" y="2300044"/>
            <a:ext cx="23287673" cy="835012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1856264" y="11500170"/>
            <a:ext cx="11475085" cy="2741040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953"/>
              </a:spcBef>
              <a:spcAft>
                <a:spcPts val="0"/>
              </a:spcAft>
              <a:buClr>
                <a:schemeClr val="dk1"/>
              </a:buClr>
              <a:buSzPts val="1800"/>
              <a:buChar char="•"/>
              <a:defRPr/>
            </a:lvl1pPr>
            <a:lvl2pPr indent="-342900" lvl="1" marL="914400" algn="l">
              <a:lnSpc>
                <a:spcPct val="90000"/>
              </a:lnSpc>
              <a:spcBef>
                <a:spcPts val="1476"/>
              </a:spcBef>
              <a:spcAft>
                <a:spcPts val="0"/>
              </a:spcAft>
              <a:buClr>
                <a:schemeClr val="dk1"/>
              </a:buClr>
              <a:buSzPts val="1800"/>
              <a:buChar char="•"/>
              <a:defRPr/>
            </a:lvl2pPr>
            <a:lvl3pPr indent="-342900" lvl="2" marL="1371600" algn="l">
              <a:lnSpc>
                <a:spcPct val="90000"/>
              </a:lnSpc>
              <a:spcBef>
                <a:spcPts val="1476"/>
              </a:spcBef>
              <a:spcAft>
                <a:spcPts val="0"/>
              </a:spcAft>
              <a:buClr>
                <a:schemeClr val="dk1"/>
              </a:buClr>
              <a:buSzPts val="1800"/>
              <a:buChar char="•"/>
              <a:defRPr/>
            </a:lvl3pPr>
            <a:lvl4pPr indent="-342900" lvl="3" marL="1828800" algn="l">
              <a:lnSpc>
                <a:spcPct val="90000"/>
              </a:lnSpc>
              <a:spcBef>
                <a:spcPts val="1476"/>
              </a:spcBef>
              <a:spcAft>
                <a:spcPts val="0"/>
              </a:spcAft>
              <a:buClr>
                <a:schemeClr val="dk1"/>
              </a:buClr>
              <a:buSzPts val="1800"/>
              <a:buChar char="•"/>
              <a:defRPr/>
            </a:lvl4pPr>
            <a:lvl5pPr indent="-342900" lvl="4" marL="2286000" algn="l">
              <a:lnSpc>
                <a:spcPct val="90000"/>
              </a:lnSpc>
              <a:spcBef>
                <a:spcPts val="1476"/>
              </a:spcBef>
              <a:spcAft>
                <a:spcPts val="0"/>
              </a:spcAft>
              <a:buClr>
                <a:schemeClr val="dk1"/>
              </a:buClr>
              <a:buSzPts val="1800"/>
              <a:buChar char="•"/>
              <a:defRPr/>
            </a:lvl5pPr>
            <a:lvl6pPr indent="-342900" lvl="5" marL="2743200" algn="l">
              <a:lnSpc>
                <a:spcPct val="90000"/>
              </a:lnSpc>
              <a:spcBef>
                <a:spcPts val="1476"/>
              </a:spcBef>
              <a:spcAft>
                <a:spcPts val="0"/>
              </a:spcAft>
              <a:buClr>
                <a:schemeClr val="dk1"/>
              </a:buClr>
              <a:buSzPts val="1800"/>
              <a:buChar char="•"/>
              <a:defRPr/>
            </a:lvl6pPr>
            <a:lvl7pPr indent="-342900" lvl="6" marL="3200400" algn="l">
              <a:lnSpc>
                <a:spcPct val="90000"/>
              </a:lnSpc>
              <a:spcBef>
                <a:spcPts val="1476"/>
              </a:spcBef>
              <a:spcAft>
                <a:spcPts val="0"/>
              </a:spcAft>
              <a:buClr>
                <a:schemeClr val="dk1"/>
              </a:buClr>
              <a:buSzPts val="1800"/>
              <a:buChar char="•"/>
              <a:defRPr/>
            </a:lvl7pPr>
            <a:lvl8pPr indent="-342900" lvl="7" marL="3657600" algn="l">
              <a:lnSpc>
                <a:spcPct val="90000"/>
              </a:lnSpc>
              <a:spcBef>
                <a:spcPts val="1476"/>
              </a:spcBef>
              <a:spcAft>
                <a:spcPts val="0"/>
              </a:spcAft>
              <a:buClr>
                <a:schemeClr val="dk1"/>
              </a:buClr>
              <a:buSzPts val="1800"/>
              <a:buChar char="•"/>
              <a:defRPr/>
            </a:lvl8pPr>
            <a:lvl9pPr indent="-342900" lvl="8" marL="4114800" algn="l">
              <a:lnSpc>
                <a:spcPct val="90000"/>
              </a:lnSpc>
              <a:spcBef>
                <a:spcPts val="1476"/>
              </a:spcBef>
              <a:spcAft>
                <a:spcPts val="0"/>
              </a:spcAft>
              <a:buClr>
                <a:schemeClr val="dk1"/>
              </a:buClr>
              <a:buSzPts val="1800"/>
              <a:buChar char="•"/>
              <a:defRPr/>
            </a:lvl9pPr>
          </a:lstStyle>
          <a:p/>
        </p:txBody>
      </p:sp>
      <p:sp>
        <p:nvSpPr>
          <p:cNvPr id="36" name="Google Shape;36;p6"/>
          <p:cNvSpPr txBox="1"/>
          <p:nvPr>
            <p:ph idx="2" type="body"/>
          </p:nvPr>
        </p:nvSpPr>
        <p:spPr>
          <a:xfrm>
            <a:off x="13668851" y="11500170"/>
            <a:ext cx="11475085" cy="2741040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953"/>
              </a:spcBef>
              <a:spcAft>
                <a:spcPts val="0"/>
              </a:spcAft>
              <a:buClr>
                <a:schemeClr val="dk1"/>
              </a:buClr>
              <a:buSzPts val="1800"/>
              <a:buChar char="•"/>
              <a:defRPr/>
            </a:lvl1pPr>
            <a:lvl2pPr indent="-342900" lvl="1" marL="914400" algn="l">
              <a:lnSpc>
                <a:spcPct val="90000"/>
              </a:lnSpc>
              <a:spcBef>
                <a:spcPts val="1476"/>
              </a:spcBef>
              <a:spcAft>
                <a:spcPts val="0"/>
              </a:spcAft>
              <a:buClr>
                <a:schemeClr val="dk1"/>
              </a:buClr>
              <a:buSzPts val="1800"/>
              <a:buChar char="•"/>
              <a:defRPr/>
            </a:lvl2pPr>
            <a:lvl3pPr indent="-342900" lvl="2" marL="1371600" algn="l">
              <a:lnSpc>
                <a:spcPct val="90000"/>
              </a:lnSpc>
              <a:spcBef>
                <a:spcPts val="1476"/>
              </a:spcBef>
              <a:spcAft>
                <a:spcPts val="0"/>
              </a:spcAft>
              <a:buClr>
                <a:schemeClr val="dk1"/>
              </a:buClr>
              <a:buSzPts val="1800"/>
              <a:buChar char="•"/>
              <a:defRPr/>
            </a:lvl3pPr>
            <a:lvl4pPr indent="-342900" lvl="3" marL="1828800" algn="l">
              <a:lnSpc>
                <a:spcPct val="90000"/>
              </a:lnSpc>
              <a:spcBef>
                <a:spcPts val="1476"/>
              </a:spcBef>
              <a:spcAft>
                <a:spcPts val="0"/>
              </a:spcAft>
              <a:buClr>
                <a:schemeClr val="dk1"/>
              </a:buClr>
              <a:buSzPts val="1800"/>
              <a:buChar char="•"/>
              <a:defRPr/>
            </a:lvl4pPr>
            <a:lvl5pPr indent="-342900" lvl="4" marL="2286000" algn="l">
              <a:lnSpc>
                <a:spcPct val="90000"/>
              </a:lnSpc>
              <a:spcBef>
                <a:spcPts val="1476"/>
              </a:spcBef>
              <a:spcAft>
                <a:spcPts val="0"/>
              </a:spcAft>
              <a:buClr>
                <a:schemeClr val="dk1"/>
              </a:buClr>
              <a:buSzPts val="1800"/>
              <a:buChar char="•"/>
              <a:defRPr/>
            </a:lvl5pPr>
            <a:lvl6pPr indent="-342900" lvl="5" marL="2743200" algn="l">
              <a:lnSpc>
                <a:spcPct val="90000"/>
              </a:lnSpc>
              <a:spcBef>
                <a:spcPts val="1476"/>
              </a:spcBef>
              <a:spcAft>
                <a:spcPts val="0"/>
              </a:spcAft>
              <a:buClr>
                <a:schemeClr val="dk1"/>
              </a:buClr>
              <a:buSzPts val="1800"/>
              <a:buChar char="•"/>
              <a:defRPr/>
            </a:lvl6pPr>
            <a:lvl7pPr indent="-342900" lvl="6" marL="3200400" algn="l">
              <a:lnSpc>
                <a:spcPct val="90000"/>
              </a:lnSpc>
              <a:spcBef>
                <a:spcPts val="1476"/>
              </a:spcBef>
              <a:spcAft>
                <a:spcPts val="0"/>
              </a:spcAft>
              <a:buClr>
                <a:schemeClr val="dk1"/>
              </a:buClr>
              <a:buSzPts val="1800"/>
              <a:buChar char="•"/>
              <a:defRPr/>
            </a:lvl7pPr>
            <a:lvl8pPr indent="-342900" lvl="7" marL="3657600" algn="l">
              <a:lnSpc>
                <a:spcPct val="90000"/>
              </a:lnSpc>
              <a:spcBef>
                <a:spcPts val="1476"/>
              </a:spcBef>
              <a:spcAft>
                <a:spcPts val="0"/>
              </a:spcAft>
              <a:buClr>
                <a:schemeClr val="dk1"/>
              </a:buClr>
              <a:buSzPts val="1800"/>
              <a:buChar char="•"/>
              <a:defRPr/>
            </a:lvl8pPr>
            <a:lvl9pPr indent="-342900" lvl="8" marL="4114800" algn="l">
              <a:lnSpc>
                <a:spcPct val="90000"/>
              </a:lnSpc>
              <a:spcBef>
                <a:spcPts val="1476"/>
              </a:spcBef>
              <a:spcAft>
                <a:spcPts val="0"/>
              </a:spcAft>
              <a:buClr>
                <a:schemeClr val="dk1"/>
              </a:buClr>
              <a:buSzPts val="1800"/>
              <a:buChar char="•"/>
              <a:defRPr/>
            </a:lvl9pPr>
          </a:lstStyle>
          <a:p/>
        </p:txBody>
      </p:sp>
      <p:sp>
        <p:nvSpPr>
          <p:cNvPr id="37" name="Google Shape;37;p6"/>
          <p:cNvSpPr txBox="1"/>
          <p:nvPr>
            <p:ph idx="10" type="dt"/>
          </p:nvPr>
        </p:nvSpPr>
        <p:spPr>
          <a:xfrm>
            <a:off x="1856264" y="40040601"/>
            <a:ext cx="6075045" cy="230003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8943816" y="40040601"/>
            <a:ext cx="9112568" cy="23000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19068891" y="40040601"/>
            <a:ext cx="6075045" cy="230003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對"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1859780" y="2300044"/>
            <a:ext cx="23287673" cy="835012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1859784" y="10590160"/>
            <a:ext cx="11422348" cy="5190073"/>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2953"/>
              </a:spcBef>
              <a:spcAft>
                <a:spcPts val="0"/>
              </a:spcAft>
              <a:buClr>
                <a:schemeClr val="dk1"/>
              </a:buClr>
              <a:buSzPts val="7087"/>
              <a:buNone/>
              <a:defRPr b="1" sz="7087"/>
            </a:lvl1pPr>
            <a:lvl2pPr indent="-228600" lvl="1" marL="914400" algn="l">
              <a:lnSpc>
                <a:spcPct val="90000"/>
              </a:lnSpc>
              <a:spcBef>
                <a:spcPts val="1476"/>
              </a:spcBef>
              <a:spcAft>
                <a:spcPts val="0"/>
              </a:spcAft>
              <a:buClr>
                <a:schemeClr val="dk1"/>
              </a:buClr>
              <a:buSzPts val="5906"/>
              <a:buNone/>
              <a:defRPr b="1" sz="5906"/>
            </a:lvl2pPr>
            <a:lvl3pPr indent="-228600" lvl="2" marL="1371600" algn="l">
              <a:lnSpc>
                <a:spcPct val="90000"/>
              </a:lnSpc>
              <a:spcBef>
                <a:spcPts val="1476"/>
              </a:spcBef>
              <a:spcAft>
                <a:spcPts val="0"/>
              </a:spcAft>
              <a:buClr>
                <a:schemeClr val="dk1"/>
              </a:buClr>
              <a:buSzPts val="5315"/>
              <a:buNone/>
              <a:defRPr b="1" sz="5315"/>
            </a:lvl3pPr>
            <a:lvl4pPr indent="-228600" lvl="3" marL="1828800" algn="l">
              <a:lnSpc>
                <a:spcPct val="90000"/>
              </a:lnSpc>
              <a:spcBef>
                <a:spcPts val="1476"/>
              </a:spcBef>
              <a:spcAft>
                <a:spcPts val="0"/>
              </a:spcAft>
              <a:buClr>
                <a:schemeClr val="dk1"/>
              </a:buClr>
              <a:buSzPts val="4724"/>
              <a:buNone/>
              <a:defRPr b="1" sz="4724"/>
            </a:lvl4pPr>
            <a:lvl5pPr indent="-228600" lvl="4" marL="2286000" algn="l">
              <a:lnSpc>
                <a:spcPct val="90000"/>
              </a:lnSpc>
              <a:spcBef>
                <a:spcPts val="1476"/>
              </a:spcBef>
              <a:spcAft>
                <a:spcPts val="0"/>
              </a:spcAft>
              <a:buClr>
                <a:schemeClr val="dk1"/>
              </a:buClr>
              <a:buSzPts val="4724"/>
              <a:buNone/>
              <a:defRPr b="1" sz="4724"/>
            </a:lvl5pPr>
            <a:lvl6pPr indent="-228600" lvl="5" marL="2743200" algn="l">
              <a:lnSpc>
                <a:spcPct val="90000"/>
              </a:lnSpc>
              <a:spcBef>
                <a:spcPts val="1476"/>
              </a:spcBef>
              <a:spcAft>
                <a:spcPts val="0"/>
              </a:spcAft>
              <a:buClr>
                <a:schemeClr val="dk1"/>
              </a:buClr>
              <a:buSzPts val="4724"/>
              <a:buNone/>
              <a:defRPr b="1" sz="4724"/>
            </a:lvl6pPr>
            <a:lvl7pPr indent="-228600" lvl="6" marL="3200400" algn="l">
              <a:lnSpc>
                <a:spcPct val="90000"/>
              </a:lnSpc>
              <a:spcBef>
                <a:spcPts val="1476"/>
              </a:spcBef>
              <a:spcAft>
                <a:spcPts val="0"/>
              </a:spcAft>
              <a:buClr>
                <a:schemeClr val="dk1"/>
              </a:buClr>
              <a:buSzPts val="4724"/>
              <a:buNone/>
              <a:defRPr b="1" sz="4724"/>
            </a:lvl7pPr>
            <a:lvl8pPr indent="-228600" lvl="7" marL="3657600" algn="l">
              <a:lnSpc>
                <a:spcPct val="90000"/>
              </a:lnSpc>
              <a:spcBef>
                <a:spcPts val="1476"/>
              </a:spcBef>
              <a:spcAft>
                <a:spcPts val="0"/>
              </a:spcAft>
              <a:buClr>
                <a:schemeClr val="dk1"/>
              </a:buClr>
              <a:buSzPts val="4724"/>
              <a:buNone/>
              <a:defRPr b="1" sz="4724"/>
            </a:lvl8pPr>
            <a:lvl9pPr indent="-228600" lvl="8" marL="4114800" algn="l">
              <a:lnSpc>
                <a:spcPct val="90000"/>
              </a:lnSpc>
              <a:spcBef>
                <a:spcPts val="1476"/>
              </a:spcBef>
              <a:spcAft>
                <a:spcPts val="0"/>
              </a:spcAft>
              <a:buClr>
                <a:schemeClr val="dk1"/>
              </a:buClr>
              <a:buSzPts val="4724"/>
              <a:buNone/>
              <a:defRPr b="1" sz="4724"/>
            </a:lvl9pPr>
          </a:lstStyle>
          <a:p/>
        </p:txBody>
      </p:sp>
      <p:sp>
        <p:nvSpPr>
          <p:cNvPr id="43" name="Google Shape;43;p7"/>
          <p:cNvSpPr txBox="1"/>
          <p:nvPr>
            <p:ph idx="2" type="body"/>
          </p:nvPr>
        </p:nvSpPr>
        <p:spPr>
          <a:xfrm>
            <a:off x="1859784" y="15780233"/>
            <a:ext cx="11422348" cy="2321034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953"/>
              </a:spcBef>
              <a:spcAft>
                <a:spcPts val="0"/>
              </a:spcAft>
              <a:buClr>
                <a:schemeClr val="dk1"/>
              </a:buClr>
              <a:buSzPts val="1800"/>
              <a:buChar char="•"/>
              <a:defRPr/>
            </a:lvl1pPr>
            <a:lvl2pPr indent="-342900" lvl="1" marL="914400" algn="l">
              <a:lnSpc>
                <a:spcPct val="90000"/>
              </a:lnSpc>
              <a:spcBef>
                <a:spcPts val="1476"/>
              </a:spcBef>
              <a:spcAft>
                <a:spcPts val="0"/>
              </a:spcAft>
              <a:buClr>
                <a:schemeClr val="dk1"/>
              </a:buClr>
              <a:buSzPts val="1800"/>
              <a:buChar char="•"/>
              <a:defRPr/>
            </a:lvl2pPr>
            <a:lvl3pPr indent="-342900" lvl="2" marL="1371600" algn="l">
              <a:lnSpc>
                <a:spcPct val="90000"/>
              </a:lnSpc>
              <a:spcBef>
                <a:spcPts val="1476"/>
              </a:spcBef>
              <a:spcAft>
                <a:spcPts val="0"/>
              </a:spcAft>
              <a:buClr>
                <a:schemeClr val="dk1"/>
              </a:buClr>
              <a:buSzPts val="1800"/>
              <a:buChar char="•"/>
              <a:defRPr/>
            </a:lvl3pPr>
            <a:lvl4pPr indent="-342900" lvl="3" marL="1828800" algn="l">
              <a:lnSpc>
                <a:spcPct val="90000"/>
              </a:lnSpc>
              <a:spcBef>
                <a:spcPts val="1476"/>
              </a:spcBef>
              <a:spcAft>
                <a:spcPts val="0"/>
              </a:spcAft>
              <a:buClr>
                <a:schemeClr val="dk1"/>
              </a:buClr>
              <a:buSzPts val="1800"/>
              <a:buChar char="•"/>
              <a:defRPr/>
            </a:lvl4pPr>
            <a:lvl5pPr indent="-342900" lvl="4" marL="2286000" algn="l">
              <a:lnSpc>
                <a:spcPct val="90000"/>
              </a:lnSpc>
              <a:spcBef>
                <a:spcPts val="1476"/>
              </a:spcBef>
              <a:spcAft>
                <a:spcPts val="0"/>
              </a:spcAft>
              <a:buClr>
                <a:schemeClr val="dk1"/>
              </a:buClr>
              <a:buSzPts val="1800"/>
              <a:buChar char="•"/>
              <a:defRPr/>
            </a:lvl5pPr>
            <a:lvl6pPr indent="-342900" lvl="5" marL="2743200" algn="l">
              <a:lnSpc>
                <a:spcPct val="90000"/>
              </a:lnSpc>
              <a:spcBef>
                <a:spcPts val="1476"/>
              </a:spcBef>
              <a:spcAft>
                <a:spcPts val="0"/>
              </a:spcAft>
              <a:buClr>
                <a:schemeClr val="dk1"/>
              </a:buClr>
              <a:buSzPts val="1800"/>
              <a:buChar char="•"/>
              <a:defRPr/>
            </a:lvl6pPr>
            <a:lvl7pPr indent="-342900" lvl="6" marL="3200400" algn="l">
              <a:lnSpc>
                <a:spcPct val="90000"/>
              </a:lnSpc>
              <a:spcBef>
                <a:spcPts val="1476"/>
              </a:spcBef>
              <a:spcAft>
                <a:spcPts val="0"/>
              </a:spcAft>
              <a:buClr>
                <a:schemeClr val="dk1"/>
              </a:buClr>
              <a:buSzPts val="1800"/>
              <a:buChar char="•"/>
              <a:defRPr/>
            </a:lvl7pPr>
            <a:lvl8pPr indent="-342900" lvl="7" marL="3657600" algn="l">
              <a:lnSpc>
                <a:spcPct val="90000"/>
              </a:lnSpc>
              <a:spcBef>
                <a:spcPts val="1476"/>
              </a:spcBef>
              <a:spcAft>
                <a:spcPts val="0"/>
              </a:spcAft>
              <a:buClr>
                <a:schemeClr val="dk1"/>
              </a:buClr>
              <a:buSzPts val="1800"/>
              <a:buChar char="•"/>
              <a:defRPr/>
            </a:lvl8pPr>
            <a:lvl9pPr indent="-342900" lvl="8" marL="4114800" algn="l">
              <a:lnSpc>
                <a:spcPct val="90000"/>
              </a:lnSpc>
              <a:spcBef>
                <a:spcPts val="1476"/>
              </a:spcBef>
              <a:spcAft>
                <a:spcPts val="0"/>
              </a:spcAft>
              <a:buClr>
                <a:schemeClr val="dk1"/>
              </a:buClr>
              <a:buSzPts val="1800"/>
              <a:buChar char="•"/>
              <a:defRPr/>
            </a:lvl9pPr>
          </a:lstStyle>
          <a:p/>
        </p:txBody>
      </p:sp>
      <p:sp>
        <p:nvSpPr>
          <p:cNvPr id="44" name="Google Shape;44;p7"/>
          <p:cNvSpPr txBox="1"/>
          <p:nvPr>
            <p:ph idx="3" type="body"/>
          </p:nvPr>
        </p:nvSpPr>
        <p:spPr>
          <a:xfrm>
            <a:off x="13668853" y="10590160"/>
            <a:ext cx="11478602" cy="5190073"/>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2953"/>
              </a:spcBef>
              <a:spcAft>
                <a:spcPts val="0"/>
              </a:spcAft>
              <a:buClr>
                <a:schemeClr val="dk1"/>
              </a:buClr>
              <a:buSzPts val="7087"/>
              <a:buNone/>
              <a:defRPr b="1" sz="7087"/>
            </a:lvl1pPr>
            <a:lvl2pPr indent="-228600" lvl="1" marL="914400" algn="l">
              <a:lnSpc>
                <a:spcPct val="90000"/>
              </a:lnSpc>
              <a:spcBef>
                <a:spcPts val="1476"/>
              </a:spcBef>
              <a:spcAft>
                <a:spcPts val="0"/>
              </a:spcAft>
              <a:buClr>
                <a:schemeClr val="dk1"/>
              </a:buClr>
              <a:buSzPts val="5906"/>
              <a:buNone/>
              <a:defRPr b="1" sz="5906"/>
            </a:lvl2pPr>
            <a:lvl3pPr indent="-228600" lvl="2" marL="1371600" algn="l">
              <a:lnSpc>
                <a:spcPct val="90000"/>
              </a:lnSpc>
              <a:spcBef>
                <a:spcPts val="1476"/>
              </a:spcBef>
              <a:spcAft>
                <a:spcPts val="0"/>
              </a:spcAft>
              <a:buClr>
                <a:schemeClr val="dk1"/>
              </a:buClr>
              <a:buSzPts val="5315"/>
              <a:buNone/>
              <a:defRPr b="1" sz="5315"/>
            </a:lvl3pPr>
            <a:lvl4pPr indent="-228600" lvl="3" marL="1828800" algn="l">
              <a:lnSpc>
                <a:spcPct val="90000"/>
              </a:lnSpc>
              <a:spcBef>
                <a:spcPts val="1476"/>
              </a:spcBef>
              <a:spcAft>
                <a:spcPts val="0"/>
              </a:spcAft>
              <a:buClr>
                <a:schemeClr val="dk1"/>
              </a:buClr>
              <a:buSzPts val="4724"/>
              <a:buNone/>
              <a:defRPr b="1" sz="4724"/>
            </a:lvl4pPr>
            <a:lvl5pPr indent="-228600" lvl="4" marL="2286000" algn="l">
              <a:lnSpc>
                <a:spcPct val="90000"/>
              </a:lnSpc>
              <a:spcBef>
                <a:spcPts val="1476"/>
              </a:spcBef>
              <a:spcAft>
                <a:spcPts val="0"/>
              </a:spcAft>
              <a:buClr>
                <a:schemeClr val="dk1"/>
              </a:buClr>
              <a:buSzPts val="4724"/>
              <a:buNone/>
              <a:defRPr b="1" sz="4724"/>
            </a:lvl5pPr>
            <a:lvl6pPr indent="-228600" lvl="5" marL="2743200" algn="l">
              <a:lnSpc>
                <a:spcPct val="90000"/>
              </a:lnSpc>
              <a:spcBef>
                <a:spcPts val="1476"/>
              </a:spcBef>
              <a:spcAft>
                <a:spcPts val="0"/>
              </a:spcAft>
              <a:buClr>
                <a:schemeClr val="dk1"/>
              </a:buClr>
              <a:buSzPts val="4724"/>
              <a:buNone/>
              <a:defRPr b="1" sz="4724"/>
            </a:lvl6pPr>
            <a:lvl7pPr indent="-228600" lvl="6" marL="3200400" algn="l">
              <a:lnSpc>
                <a:spcPct val="90000"/>
              </a:lnSpc>
              <a:spcBef>
                <a:spcPts val="1476"/>
              </a:spcBef>
              <a:spcAft>
                <a:spcPts val="0"/>
              </a:spcAft>
              <a:buClr>
                <a:schemeClr val="dk1"/>
              </a:buClr>
              <a:buSzPts val="4724"/>
              <a:buNone/>
              <a:defRPr b="1" sz="4724"/>
            </a:lvl7pPr>
            <a:lvl8pPr indent="-228600" lvl="7" marL="3657600" algn="l">
              <a:lnSpc>
                <a:spcPct val="90000"/>
              </a:lnSpc>
              <a:spcBef>
                <a:spcPts val="1476"/>
              </a:spcBef>
              <a:spcAft>
                <a:spcPts val="0"/>
              </a:spcAft>
              <a:buClr>
                <a:schemeClr val="dk1"/>
              </a:buClr>
              <a:buSzPts val="4724"/>
              <a:buNone/>
              <a:defRPr b="1" sz="4724"/>
            </a:lvl8pPr>
            <a:lvl9pPr indent="-228600" lvl="8" marL="4114800" algn="l">
              <a:lnSpc>
                <a:spcPct val="90000"/>
              </a:lnSpc>
              <a:spcBef>
                <a:spcPts val="1476"/>
              </a:spcBef>
              <a:spcAft>
                <a:spcPts val="0"/>
              </a:spcAft>
              <a:buClr>
                <a:schemeClr val="dk1"/>
              </a:buClr>
              <a:buSzPts val="4724"/>
              <a:buNone/>
              <a:defRPr b="1" sz="4724"/>
            </a:lvl9pPr>
          </a:lstStyle>
          <a:p/>
        </p:txBody>
      </p:sp>
      <p:sp>
        <p:nvSpPr>
          <p:cNvPr id="45" name="Google Shape;45;p7"/>
          <p:cNvSpPr txBox="1"/>
          <p:nvPr>
            <p:ph idx="4" type="body"/>
          </p:nvPr>
        </p:nvSpPr>
        <p:spPr>
          <a:xfrm>
            <a:off x="13668853" y="15780233"/>
            <a:ext cx="11478602" cy="2321034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953"/>
              </a:spcBef>
              <a:spcAft>
                <a:spcPts val="0"/>
              </a:spcAft>
              <a:buClr>
                <a:schemeClr val="dk1"/>
              </a:buClr>
              <a:buSzPts val="1800"/>
              <a:buChar char="•"/>
              <a:defRPr/>
            </a:lvl1pPr>
            <a:lvl2pPr indent="-342900" lvl="1" marL="914400" algn="l">
              <a:lnSpc>
                <a:spcPct val="90000"/>
              </a:lnSpc>
              <a:spcBef>
                <a:spcPts val="1476"/>
              </a:spcBef>
              <a:spcAft>
                <a:spcPts val="0"/>
              </a:spcAft>
              <a:buClr>
                <a:schemeClr val="dk1"/>
              </a:buClr>
              <a:buSzPts val="1800"/>
              <a:buChar char="•"/>
              <a:defRPr/>
            </a:lvl2pPr>
            <a:lvl3pPr indent="-342900" lvl="2" marL="1371600" algn="l">
              <a:lnSpc>
                <a:spcPct val="90000"/>
              </a:lnSpc>
              <a:spcBef>
                <a:spcPts val="1476"/>
              </a:spcBef>
              <a:spcAft>
                <a:spcPts val="0"/>
              </a:spcAft>
              <a:buClr>
                <a:schemeClr val="dk1"/>
              </a:buClr>
              <a:buSzPts val="1800"/>
              <a:buChar char="•"/>
              <a:defRPr/>
            </a:lvl3pPr>
            <a:lvl4pPr indent="-342900" lvl="3" marL="1828800" algn="l">
              <a:lnSpc>
                <a:spcPct val="90000"/>
              </a:lnSpc>
              <a:spcBef>
                <a:spcPts val="1476"/>
              </a:spcBef>
              <a:spcAft>
                <a:spcPts val="0"/>
              </a:spcAft>
              <a:buClr>
                <a:schemeClr val="dk1"/>
              </a:buClr>
              <a:buSzPts val="1800"/>
              <a:buChar char="•"/>
              <a:defRPr/>
            </a:lvl4pPr>
            <a:lvl5pPr indent="-342900" lvl="4" marL="2286000" algn="l">
              <a:lnSpc>
                <a:spcPct val="90000"/>
              </a:lnSpc>
              <a:spcBef>
                <a:spcPts val="1476"/>
              </a:spcBef>
              <a:spcAft>
                <a:spcPts val="0"/>
              </a:spcAft>
              <a:buClr>
                <a:schemeClr val="dk1"/>
              </a:buClr>
              <a:buSzPts val="1800"/>
              <a:buChar char="•"/>
              <a:defRPr/>
            </a:lvl5pPr>
            <a:lvl6pPr indent="-342900" lvl="5" marL="2743200" algn="l">
              <a:lnSpc>
                <a:spcPct val="90000"/>
              </a:lnSpc>
              <a:spcBef>
                <a:spcPts val="1476"/>
              </a:spcBef>
              <a:spcAft>
                <a:spcPts val="0"/>
              </a:spcAft>
              <a:buClr>
                <a:schemeClr val="dk1"/>
              </a:buClr>
              <a:buSzPts val="1800"/>
              <a:buChar char="•"/>
              <a:defRPr/>
            </a:lvl6pPr>
            <a:lvl7pPr indent="-342900" lvl="6" marL="3200400" algn="l">
              <a:lnSpc>
                <a:spcPct val="90000"/>
              </a:lnSpc>
              <a:spcBef>
                <a:spcPts val="1476"/>
              </a:spcBef>
              <a:spcAft>
                <a:spcPts val="0"/>
              </a:spcAft>
              <a:buClr>
                <a:schemeClr val="dk1"/>
              </a:buClr>
              <a:buSzPts val="1800"/>
              <a:buChar char="•"/>
              <a:defRPr/>
            </a:lvl7pPr>
            <a:lvl8pPr indent="-342900" lvl="7" marL="3657600" algn="l">
              <a:lnSpc>
                <a:spcPct val="90000"/>
              </a:lnSpc>
              <a:spcBef>
                <a:spcPts val="1476"/>
              </a:spcBef>
              <a:spcAft>
                <a:spcPts val="0"/>
              </a:spcAft>
              <a:buClr>
                <a:schemeClr val="dk1"/>
              </a:buClr>
              <a:buSzPts val="1800"/>
              <a:buChar char="•"/>
              <a:defRPr/>
            </a:lvl8pPr>
            <a:lvl9pPr indent="-342900" lvl="8" marL="4114800" algn="l">
              <a:lnSpc>
                <a:spcPct val="90000"/>
              </a:lnSpc>
              <a:spcBef>
                <a:spcPts val="1476"/>
              </a:spcBef>
              <a:spcAft>
                <a:spcPts val="0"/>
              </a:spcAft>
              <a:buClr>
                <a:schemeClr val="dk1"/>
              </a:buClr>
              <a:buSzPts val="1800"/>
              <a:buChar char="•"/>
              <a:defRPr/>
            </a:lvl9pPr>
          </a:lstStyle>
          <a:p/>
        </p:txBody>
      </p:sp>
      <p:sp>
        <p:nvSpPr>
          <p:cNvPr id="46" name="Google Shape;46;p7"/>
          <p:cNvSpPr txBox="1"/>
          <p:nvPr>
            <p:ph idx="10" type="dt"/>
          </p:nvPr>
        </p:nvSpPr>
        <p:spPr>
          <a:xfrm>
            <a:off x="1856264" y="40040601"/>
            <a:ext cx="6075045" cy="230003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8943816" y="40040601"/>
            <a:ext cx="9112568" cy="23000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19068891" y="40040601"/>
            <a:ext cx="6075045" cy="230003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只有標題"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1856264" y="2300044"/>
            <a:ext cx="23287673" cy="835012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0" type="dt"/>
          </p:nvPr>
        </p:nvSpPr>
        <p:spPr>
          <a:xfrm>
            <a:off x="1856264" y="40040601"/>
            <a:ext cx="6075045" cy="230003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8943816" y="40040601"/>
            <a:ext cx="9112568" cy="23000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19068891" y="40040601"/>
            <a:ext cx="6075045" cy="230003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4" name="Shape 54"/>
        <p:cNvGrpSpPr/>
        <p:nvPr/>
      </p:nvGrpSpPr>
      <p:grpSpPr>
        <a:xfrm>
          <a:off x="0" y="0"/>
          <a:ext cx="0" cy="0"/>
          <a:chOff x="0" y="0"/>
          <a:chExt cx="0" cy="0"/>
        </a:xfrm>
      </p:grpSpPr>
      <p:sp>
        <p:nvSpPr>
          <p:cNvPr id="55" name="Google Shape;55;p9"/>
          <p:cNvSpPr txBox="1"/>
          <p:nvPr>
            <p:ph idx="10" type="dt"/>
          </p:nvPr>
        </p:nvSpPr>
        <p:spPr>
          <a:xfrm>
            <a:off x="1856264" y="40040601"/>
            <a:ext cx="6075045" cy="230003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1" type="ftr"/>
          </p:nvPr>
        </p:nvSpPr>
        <p:spPr>
          <a:xfrm>
            <a:off x="8943816" y="40040601"/>
            <a:ext cx="9112568" cy="23000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txBox="1"/>
          <p:nvPr>
            <p:ph idx="12" type="sldNum"/>
          </p:nvPr>
        </p:nvSpPr>
        <p:spPr>
          <a:xfrm>
            <a:off x="19068891" y="40040601"/>
            <a:ext cx="6075045" cy="230003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標題的內容" type="objTx">
  <p:cSld name="OBJECT_WITH_CAPTION_TEXT">
    <p:spTree>
      <p:nvGrpSpPr>
        <p:cNvPr id="58" name="Shape 58"/>
        <p:cNvGrpSpPr/>
        <p:nvPr/>
      </p:nvGrpSpPr>
      <p:grpSpPr>
        <a:xfrm>
          <a:off x="0" y="0"/>
          <a:ext cx="0" cy="0"/>
          <a:chOff x="0" y="0"/>
          <a:chExt cx="0" cy="0"/>
        </a:xfrm>
      </p:grpSpPr>
      <p:sp>
        <p:nvSpPr>
          <p:cNvPr id="59" name="Google Shape;59;p10"/>
          <p:cNvSpPr txBox="1"/>
          <p:nvPr>
            <p:ph type="title"/>
          </p:nvPr>
        </p:nvSpPr>
        <p:spPr>
          <a:xfrm>
            <a:off x="1859781" y="2880042"/>
            <a:ext cx="8708267" cy="10080149"/>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9449"/>
              <a:buFont typeface="Calibri"/>
              <a:buNone/>
              <a:defRPr sz="9449"/>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0"/>
          <p:cNvSpPr txBox="1"/>
          <p:nvPr>
            <p:ph idx="1" type="body"/>
          </p:nvPr>
        </p:nvSpPr>
        <p:spPr>
          <a:xfrm>
            <a:off x="11478602" y="6220102"/>
            <a:ext cx="13668851" cy="30700453"/>
          </a:xfrm>
          <a:prstGeom prst="rect">
            <a:avLst/>
          </a:prstGeom>
          <a:noFill/>
          <a:ln>
            <a:noFill/>
          </a:ln>
        </p:spPr>
        <p:txBody>
          <a:bodyPr anchorCtr="0" anchor="t" bIns="45700" lIns="91425" spcFirstLastPara="1" rIns="91425" wrap="square" tIns="45700">
            <a:normAutofit/>
          </a:bodyPr>
          <a:lstStyle>
            <a:lvl1pPr indent="-828611" lvl="0" marL="457200" algn="l">
              <a:lnSpc>
                <a:spcPct val="90000"/>
              </a:lnSpc>
              <a:spcBef>
                <a:spcPts val="2953"/>
              </a:spcBef>
              <a:spcAft>
                <a:spcPts val="0"/>
              </a:spcAft>
              <a:buClr>
                <a:schemeClr val="dk1"/>
              </a:buClr>
              <a:buSzPts val="9449"/>
              <a:buChar char="•"/>
              <a:defRPr sz="9449"/>
            </a:lvl1pPr>
            <a:lvl2pPr indent="-753618" lvl="1" marL="914400" algn="l">
              <a:lnSpc>
                <a:spcPct val="90000"/>
              </a:lnSpc>
              <a:spcBef>
                <a:spcPts val="1476"/>
              </a:spcBef>
              <a:spcAft>
                <a:spcPts val="0"/>
              </a:spcAft>
              <a:buClr>
                <a:schemeClr val="dk1"/>
              </a:buClr>
              <a:buSzPts val="8268"/>
              <a:buChar char="•"/>
              <a:defRPr sz="8268"/>
            </a:lvl2pPr>
            <a:lvl3pPr indent="-678624" lvl="2" marL="1371600" algn="l">
              <a:lnSpc>
                <a:spcPct val="90000"/>
              </a:lnSpc>
              <a:spcBef>
                <a:spcPts val="1476"/>
              </a:spcBef>
              <a:spcAft>
                <a:spcPts val="0"/>
              </a:spcAft>
              <a:buClr>
                <a:schemeClr val="dk1"/>
              </a:buClr>
              <a:buSzPts val="7087"/>
              <a:buChar char="•"/>
              <a:defRPr sz="7087"/>
            </a:lvl3pPr>
            <a:lvl4pPr indent="-603631" lvl="3" marL="1828800" algn="l">
              <a:lnSpc>
                <a:spcPct val="90000"/>
              </a:lnSpc>
              <a:spcBef>
                <a:spcPts val="1476"/>
              </a:spcBef>
              <a:spcAft>
                <a:spcPts val="0"/>
              </a:spcAft>
              <a:buClr>
                <a:schemeClr val="dk1"/>
              </a:buClr>
              <a:buSzPts val="5906"/>
              <a:buChar char="•"/>
              <a:defRPr sz="5906"/>
            </a:lvl4pPr>
            <a:lvl5pPr indent="-603631" lvl="4" marL="2286000" algn="l">
              <a:lnSpc>
                <a:spcPct val="90000"/>
              </a:lnSpc>
              <a:spcBef>
                <a:spcPts val="1476"/>
              </a:spcBef>
              <a:spcAft>
                <a:spcPts val="0"/>
              </a:spcAft>
              <a:buClr>
                <a:schemeClr val="dk1"/>
              </a:buClr>
              <a:buSzPts val="5906"/>
              <a:buChar char="•"/>
              <a:defRPr sz="5906"/>
            </a:lvl5pPr>
            <a:lvl6pPr indent="-603631" lvl="5" marL="2743200" algn="l">
              <a:lnSpc>
                <a:spcPct val="90000"/>
              </a:lnSpc>
              <a:spcBef>
                <a:spcPts val="1476"/>
              </a:spcBef>
              <a:spcAft>
                <a:spcPts val="0"/>
              </a:spcAft>
              <a:buClr>
                <a:schemeClr val="dk1"/>
              </a:buClr>
              <a:buSzPts val="5906"/>
              <a:buChar char="•"/>
              <a:defRPr sz="5906"/>
            </a:lvl6pPr>
            <a:lvl7pPr indent="-603631" lvl="6" marL="3200400" algn="l">
              <a:lnSpc>
                <a:spcPct val="90000"/>
              </a:lnSpc>
              <a:spcBef>
                <a:spcPts val="1476"/>
              </a:spcBef>
              <a:spcAft>
                <a:spcPts val="0"/>
              </a:spcAft>
              <a:buClr>
                <a:schemeClr val="dk1"/>
              </a:buClr>
              <a:buSzPts val="5906"/>
              <a:buChar char="•"/>
              <a:defRPr sz="5906"/>
            </a:lvl7pPr>
            <a:lvl8pPr indent="-603631" lvl="7" marL="3657600" algn="l">
              <a:lnSpc>
                <a:spcPct val="90000"/>
              </a:lnSpc>
              <a:spcBef>
                <a:spcPts val="1476"/>
              </a:spcBef>
              <a:spcAft>
                <a:spcPts val="0"/>
              </a:spcAft>
              <a:buClr>
                <a:schemeClr val="dk1"/>
              </a:buClr>
              <a:buSzPts val="5906"/>
              <a:buChar char="•"/>
              <a:defRPr sz="5906"/>
            </a:lvl8pPr>
            <a:lvl9pPr indent="-603631" lvl="8" marL="4114800" algn="l">
              <a:lnSpc>
                <a:spcPct val="90000"/>
              </a:lnSpc>
              <a:spcBef>
                <a:spcPts val="1476"/>
              </a:spcBef>
              <a:spcAft>
                <a:spcPts val="0"/>
              </a:spcAft>
              <a:buClr>
                <a:schemeClr val="dk1"/>
              </a:buClr>
              <a:buSzPts val="5906"/>
              <a:buChar char="•"/>
              <a:defRPr sz="5906"/>
            </a:lvl9pPr>
          </a:lstStyle>
          <a:p/>
        </p:txBody>
      </p:sp>
      <p:sp>
        <p:nvSpPr>
          <p:cNvPr id="61" name="Google Shape;61;p10"/>
          <p:cNvSpPr txBox="1"/>
          <p:nvPr>
            <p:ph idx="2" type="body"/>
          </p:nvPr>
        </p:nvSpPr>
        <p:spPr>
          <a:xfrm>
            <a:off x="1859781" y="12960191"/>
            <a:ext cx="8708267" cy="2401035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2953"/>
              </a:spcBef>
              <a:spcAft>
                <a:spcPts val="0"/>
              </a:spcAft>
              <a:buClr>
                <a:schemeClr val="dk1"/>
              </a:buClr>
              <a:buSzPts val="4724"/>
              <a:buNone/>
              <a:defRPr sz="4724"/>
            </a:lvl1pPr>
            <a:lvl2pPr indent="-228600" lvl="1" marL="914400" algn="l">
              <a:lnSpc>
                <a:spcPct val="90000"/>
              </a:lnSpc>
              <a:spcBef>
                <a:spcPts val="1476"/>
              </a:spcBef>
              <a:spcAft>
                <a:spcPts val="0"/>
              </a:spcAft>
              <a:buClr>
                <a:schemeClr val="dk1"/>
              </a:buClr>
              <a:buSzPts val="4134"/>
              <a:buNone/>
              <a:defRPr sz="4134"/>
            </a:lvl2pPr>
            <a:lvl3pPr indent="-228600" lvl="2" marL="1371600" algn="l">
              <a:lnSpc>
                <a:spcPct val="90000"/>
              </a:lnSpc>
              <a:spcBef>
                <a:spcPts val="1476"/>
              </a:spcBef>
              <a:spcAft>
                <a:spcPts val="0"/>
              </a:spcAft>
              <a:buClr>
                <a:schemeClr val="dk1"/>
              </a:buClr>
              <a:buSzPts val="3543"/>
              <a:buNone/>
              <a:defRPr sz="3543"/>
            </a:lvl3pPr>
            <a:lvl4pPr indent="-228600" lvl="3" marL="1828800" algn="l">
              <a:lnSpc>
                <a:spcPct val="90000"/>
              </a:lnSpc>
              <a:spcBef>
                <a:spcPts val="1476"/>
              </a:spcBef>
              <a:spcAft>
                <a:spcPts val="0"/>
              </a:spcAft>
              <a:buClr>
                <a:schemeClr val="dk1"/>
              </a:buClr>
              <a:buSzPts val="2953"/>
              <a:buNone/>
              <a:defRPr sz="2953"/>
            </a:lvl4pPr>
            <a:lvl5pPr indent="-228600" lvl="4" marL="2286000" algn="l">
              <a:lnSpc>
                <a:spcPct val="90000"/>
              </a:lnSpc>
              <a:spcBef>
                <a:spcPts val="1476"/>
              </a:spcBef>
              <a:spcAft>
                <a:spcPts val="0"/>
              </a:spcAft>
              <a:buClr>
                <a:schemeClr val="dk1"/>
              </a:buClr>
              <a:buSzPts val="2953"/>
              <a:buNone/>
              <a:defRPr sz="2953"/>
            </a:lvl5pPr>
            <a:lvl6pPr indent="-228600" lvl="5" marL="2743200" algn="l">
              <a:lnSpc>
                <a:spcPct val="90000"/>
              </a:lnSpc>
              <a:spcBef>
                <a:spcPts val="1476"/>
              </a:spcBef>
              <a:spcAft>
                <a:spcPts val="0"/>
              </a:spcAft>
              <a:buClr>
                <a:schemeClr val="dk1"/>
              </a:buClr>
              <a:buSzPts val="2953"/>
              <a:buNone/>
              <a:defRPr sz="2953"/>
            </a:lvl6pPr>
            <a:lvl7pPr indent="-228600" lvl="6" marL="3200400" algn="l">
              <a:lnSpc>
                <a:spcPct val="90000"/>
              </a:lnSpc>
              <a:spcBef>
                <a:spcPts val="1476"/>
              </a:spcBef>
              <a:spcAft>
                <a:spcPts val="0"/>
              </a:spcAft>
              <a:buClr>
                <a:schemeClr val="dk1"/>
              </a:buClr>
              <a:buSzPts val="2953"/>
              <a:buNone/>
              <a:defRPr sz="2953"/>
            </a:lvl7pPr>
            <a:lvl8pPr indent="-228600" lvl="7" marL="3657600" algn="l">
              <a:lnSpc>
                <a:spcPct val="90000"/>
              </a:lnSpc>
              <a:spcBef>
                <a:spcPts val="1476"/>
              </a:spcBef>
              <a:spcAft>
                <a:spcPts val="0"/>
              </a:spcAft>
              <a:buClr>
                <a:schemeClr val="dk1"/>
              </a:buClr>
              <a:buSzPts val="2953"/>
              <a:buNone/>
              <a:defRPr sz="2953"/>
            </a:lvl8pPr>
            <a:lvl9pPr indent="-228600" lvl="8" marL="4114800" algn="l">
              <a:lnSpc>
                <a:spcPct val="90000"/>
              </a:lnSpc>
              <a:spcBef>
                <a:spcPts val="1476"/>
              </a:spcBef>
              <a:spcAft>
                <a:spcPts val="0"/>
              </a:spcAft>
              <a:buClr>
                <a:schemeClr val="dk1"/>
              </a:buClr>
              <a:buSzPts val="2953"/>
              <a:buNone/>
              <a:defRPr sz="2953"/>
            </a:lvl9pPr>
          </a:lstStyle>
          <a:p/>
        </p:txBody>
      </p:sp>
      <p:sp>
        <p:nvSpPr>
          <p:cNvPr id="62" name="Google Shape;62;p10"/>
          <p:cNvSpPr txBox="1"/>
          <p:nvPr>
            <p:ph idx="10" type="dt"/>
          </p:nvPr>
        </p:nvSpPr>
        <p:spPr>
          <a:xfrm>
            <a:off x="1856264" y="40040601"/>
            <a:ext cx="6075045" cy="230003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txBox="1"/>
          <p:nvPr>
            <p:ph idx="11" type="ftr"/>
          </p:nvPr>
        </p:nvSpPr>
        <p:spPr>
          <a:xfrm>
            <a:off x="8943816" y="40040601"/>
            <a:ext cx="9112568" cy="23000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0"/>
          <p:cNvSpPr txBox="1"/>
          <p:nvPr>
            <p:ph idx="12" type="sldNum"/>
          </p:nvPr>
        </p:nvSpPr>
        <p:spPr>
          <a:xfrm>
            <a:off x="19068891" y="40040601"/>
            <a:ext cx="6075045" cy="230003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標題的圖片" type="picTx">
  <p:cSld name="PICTURE_WITH_CAPTION_TEXT">
    <p:spTree>
      <p:nvGrpSpPr>
        <p:cNvPr id="65" name="Shape 65"/>
        <p:cNvGrpSpPr/>
        <p:nvPr/>
      </p:nvGrpSpPr>
      <p:grpSpPr>
        <a:xfrm>
          <a:off x="0" y="0"/>
          <a:ext cx="0" cy="0"/>
          <a:chOff x="0" y="0"/>
          <a:chExt cx="0" cy="0"/>
        </a:xfrm>
      </p:grpSpPr>
      <p:sp>
        <p:nvSpPr>
          <p:cNvPr id="66" name="Google Shape;66;p11"/>
          <p:cNvSpPr txBox="1"/>
          <p:nvPr>
            <p:ph type="title"/>
          </p:nvPr>
        </p:nvSpPr>
        <p:spPr>
          <a:xfrm>
            <a:off x="1859781" y="2880042"/>
            <a:ext cx="8708267" cy="10080149"/>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9449"/>
              <a:buFont typeface="Calibri"/>
              <a:buNone/>
              <a:defRPr sz="9449"/>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1"/>
          <p:cNvSpPr/>
          <p:nvPr>
            <p:ph idx="2" type="pic"/>
          </p:nvPr>
        </p:nvSpPr>
        <p:spPr>
          <a:xfrm>
            <a:off x="11478602" y="6220102"/>
            <a:ext cx="13668851" cy="30700453"/>
          </a:xfrm>
          <a:prstGeom prst="rect">
            <a:avLst/>
          </a:prstGeom>
          <a:noFill/>
          <a:ln>
            <a:noFill/>
          </a:ln>
        </p:spPr>
      </p:sp>
      <p:sp>
        <p:nvSpPr>
          <p:cNvPr id="68" name="Google Shape;68;p11"/>
          <p:cNvSpPr txBox="1"/>
          <p:nvPr>
            <p:ph idx="1" type="body"/>
          </p:nvPr>
        </p:nvSpPr>
        <p:spPr>
          <a:xfrm>
            <a:off x="1859781" y="12960191"/>
            <a:ext cx="8708267" cy="2401035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2953"/>
              </a:spcBef>
              <a:spcAft>
                <a:spcPts val="0"/>
              </a:spcAft>
              <a:buClr>
                <a:schemeClr val="dk1"/>
              </a:buClr>
              <a:buSzPts val="4724"/>
              <a:buNone/>
              <a:defRPr sz="4724"/>
            </a:lvl1pPr>
            <a:lvl2pPr indent="-228600" lvl="1" marL="914400" algn="l">
              <a:lnSpc>
                <a:spcPct val="90000"/>
              </a:lnSpc>
              <a:spcBef>
                <a:spcPts val="1476"/>
              </a:spcBef>
              <a:spcAft>
                <a:spcPts val="0"/>
              </a:spcAft>
              <a:buClr>
                <a:schemeClr val="dk1"/>
              </a:buClr>
              <a:buSzPts val="4134"/>
              <a:buNone/>
              <a:defRPr sz="4134"/>
            </a:lvl2pPr>
            <a:lvl3pPr indent="-228600" lvl="2" marL="1371600" algn="l">
              <a:lnSpc>
                <a:spcPct val="90000"/>
              </a:lnSpc>
              <a:spcBef>
                <a:spcPts val="1476"/>
              </a:spcBef>
              <a:spcAft>
                <a:spcPts val="0"/>
              </a:spcAft>
              <a:buClr>
                <a:schemeClr val="dk1"/>
              </a:buClr>
              <a:buSzPts val="3543"/>
              <a:buNone/>
              <a:defRPr sz="3543"/>
            </a:lvl3pPr>
            <a:lvl4pPr indent="-228600" lvl="3" marL="1828800" algn="l">
              <a:lnSpc>
                <a:spcPct val="90000"/>
              </a:lnSpc>
              <a:spcBef>
                <a:spcPts val="1476"/>
              </a:spcBef>
              <a:spcAft>
                <a:spcPts val="0"/>
              </a:spcAft>
              <a:buClr>
                <a:schemeClr val="dk1"/>
              </a:buClr>
              <a:buSzPts val="2953"/>
              <a:buNone/>
              <a:defRPr sz="2953"/>
            </a:lvl4pPr>
            <a:lvl5pPr indent="-228600" lvl="4" marL="2286000" algn="l">
              <a:lnSpc>
                <a:spcPct val="90000"/>
              </a:lnSpc>
              <a:spcBef>
                <a:spcPts val="1476"/>
              </a:spcBef>
              <a:spcAft>
                <a:spcPts val="0"/>
              </a:spcAft>
              <a:buClr>
                <a:schemeClr val="dk1"/>
              </a:buClr>
              <a:buSzPts val="2953"/>
              <a:buNone/>
              <a:defRPr sz="2953"/>
            </a:lvl5pPr>
            <a:lvl6pPr indent="-228600" lvl="5" marL="2743200" algn="l">
              <a:lnSpc>
                <a:spcPct val="90000"/>
              </a:lnSpc>
              <a:spcBef>
                <a:spcPts val="1476"/>
              </a:spcBef>
              <a:spcAft>
                <a:spcPts val="0"/>
              </a:spcAft>
              <a:buClr>
                <a:schemeClr val="dk1"/>
              </a:buClr>
              <a:buSzPts val="2953"/>
              <a:buNone/>
              <a:defRPr sz="2953"/>
            </a:lvl6pPr>
            <a:lvl7pPr indent="-228600" lvl="6" marL="3200400" algn="l">
              <a:lnSpc>
                <a:spcPct val="90000"/>
              </a:lnSpc>
              <a:spcBef>
                <a:spcPts val="1476"/>
              </a:spcBef>
              <a:spcAft>
                <a:spcPts val="0"/>
              </a:spcAft>
              <a:buClr>
                <a:schemeClr val="dk1"/>
              </a:buClr>
              <a:buSzPts val="2953"/>
              <a:buNone/>
              <a:defRPr sz="2953"/>
            </a:lvl7pPr>
            <a:lvl8pPr indent="-228600" lvl="7" marL="3657600" algn="l">
              <a:lnSpc>
                <a:spcPct val="90000"/>
              </a:lnSpc>
              <a:spcBef>
                <a:spcPts val="1476"/>
              </a:spcBef>
              <a:spcAft>
                <a:spcPts val="0"/>
              </a:spcAft>
              <a:buClr>
                <a:schemeClr val="dk1"/>
              </a:buClr>
              <a:buSzPts val="2953"/>
              <a:buNone/>
              <a:defRPr sz="2953"/>
            </a:lvl8pPr>
            <a:lvl9pPr indent="-228600" lvl="8" marL="4114800" algn="l">
              <a:lnSpc>
                <a:spcPct val="90000"/>
              </a:lnSpc>
              <a:spcBef>
                <a:spcPts val="1476"/>
              </a:spcBef>
              <a:spcAft>
                <a:spcPts val="0"/>
              </a:spcAft>
              <a:buClr>
                <a:schemeClr val="dk1"/>
              </a:buClr>
              <a:buSzPts val="2953"/>
              <a:buNone/>
              <a:defRPr sz="2953"/>
            </a:lvl9pPr>
          </a:lstStyle>
          <a:p/>
        </p:txBody>
      </p:sp>
      <p:sp>
        <p:nvSpPr>
          <p:cNvPr id="69" name="Google Shape;69;p11"/>
          <p:cNvSpPr txBox="1"/>
          <p:nvPr>
            <p:ph idx="10" type="dt"/>
          </p:nvPr>
        </p:nvSpPr>
        <p:spPr>
          <a:xfrm>
            <a:off x="1856264" y="40040601"/>
            <a:ext cx="6075045" cy="230003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1" type="ftr"/>
          </p:nvPr>
        </p:nvSpPr>
        <p:spPr>
          <a:xfrm>
            <a:off x="8943816" y="40040601"/>
            <a:ext cx="9112568" cy="23000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1"/>
          <p:cNvSpPr txBox="1"/>
          <p:nvPr>
            <p:ph idx="12" type="sldNum"/>
          </p:nvPr>
        </p:nvSpPr>
        <p:spPr>
          <a:xfrm>
            <a:off x="19068891" y="40040601"/>
            <a:ext cx="6075045" cy="230003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直排文字" type="vertTx">
  <p:cSld name="VERTICAL_TEXT">
    <p:spTree>
      <p:nvGrpSpPr>
        <p:cNvPr id="72" name="Shape 72"/>
        <p:cNvGrpSpPr/>
        <p:nvPr/>
      </p:nvGrpSpPr>
      <p:grpSpPr>
        <a:xfrm>
          <a:off x="0" y="0"/>
          <a:ext cx="0" cy="0"/>
          <a:chOff x="0" y="0"/>
          <a:chExt cx="0" cy="0"/>
        </a:xfrm>
      </p:grpSpPr>
      <p:sp>
        <p:nvSpPr>
          <p:cNvPr id="73" name="Google Shape;73;p12"/>
          <p:cNvSpPr txBox="1"/>
          <p:nvPr>
            <p:ph type="title"/>
          </p:nvPr>
        </p:nvSpPr>
        <p:spPr>
          <a:xfrm>
            <a:off x="1856264" y="2300044"/>
            <a:ext cx="23287673" cy="835012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2"/>
          <p:cNvSpPr txBox="1"/>
          <p:nvPr>
            <p:ph idx="1" type="body"/>
          </p:nvPr>
        </p:nvSpPr>
        <p:spPr>
          <a:xfrm rot="5400000">
            <a:off x="-205104" y="13561538"/>
            <a:ext cx="27410408" cy="2328767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953"/>
              </a:spcBef>
              <a:spcAft>
                <a:spcPts val="0"/>
              </a:spcAft>
              <a:buClr>
                <a:schemeClr val="dk1"/>
              </a:buClr>
              <a:buSzPts val="1800"/>
              <a:buChar char="•"/>
              <a:defRPr/>
            </a:lvl1pPr>
            <a:lvl2pPr indent="-342900" lvl="1" marL="914400" algn="l">
              <a:lnSpc>
                <a:spcPct val="90000"/>
              </a:lnSpc>
              <a:spcBef>
                <a:spcPts val="1476"/>
              </a:spcBef>
              <a:spcAft>
                <a:spcPts val="0"/>
              </a:spcAft>
              <a:buClr>
                <a:schemeClr val="dk1"/>
              </a:buClr>
              <a:buSzPts val="1800"/>
              <a:buChar char="•"/>
              <a:defRPr/>
            </a:lvl2pPr>
            <a:lvl3pPr indent="-342900" lvl="2" marL="1371600" algn="l">
              <a:lnSpc>
                <a:spcPct val="90000"/>
              </a:lnSpc>
              <a:spcBef>
                <a:spcPts val="1476"/>
              </a:spcBef>
              <a:spcAft>
                <a:spcPts val="0"/>
              </a:spcAft>
              <a:buClr>
                <a:schemeClr val="dk1"/>
              </a:buClr>
              <a:buSzPts val="1800"/>
              <a:buChar char="•"/>
              <a:defRPr/>
            </a:lvl3pPr>
            <a:lvl4pPr indent="-342900" lvl="3" marL="1828800" algn="l">
              <a:lnSpc>
                <a:spcPct val="90000"/>
              </a:lnSpc>
              <a:spcBef>
                <a:spcPts val="1476"/>
              </a:spcBef>
              <a:spcAft>
                <a:spcPts val="0"/>
              </a:spcAft>
              <a:buClr>
                <a:schemeClr val="dk1"/>
              </a:buClr>
              <a:buSzPts val="1800"/>
              <a:buChar char="•"/>
              <a:defRPr/>
            </a:lvl4pPr>
            <a:lvl5pPr indent="-342900" lvl="4" marL="2286000" algn="l">
              <a:lnSpc>
                <a:spcPct val="90000"/>
              </a:lnSpc>
              <a:spcBef>
                <a:spcPts val="1476"/>
              </a:spcBef>
              <a:spcAft>
                <a:spcPts val="0"/>
              </a:spcAft>
              <a:buClr>
                <a:schemeClr val="dk1"/>
              </a:buClr>
              <a:buSzPts val="1800"/>
              <a:buChar char="•"/>
              <a:defRPr/>
            </a:lvl5pPr>
            <a:lvl6pPr indent="-342900" lvl="5" marL="2743200" algn="l">
              <a:lnSpc>
                <a:spcPct val="90000"/>
              </a:lnSpc>
              <a:spcBef>
                <a:spcPts val="1476"/>
              </a:spcBef>
              <a:spcAft>
                <a:spcPts val="0"/>
              </a:spcAft>
              <a:buClr>
                <a:schemeClr val="dk1"/>
              </a:buClr>
              <a:buSzPts val="1800"/>
              <a:buChar char="•"/>
              <a:defRPr/>
            </a:lvl6pPr>
            <a:lvl7pPr indent="-342900" lvl="6" marL="3200400" algn="l">
              <a:lnSpc>
                <a:spcPct val="90000"/>
              </a:lnSpc>
              <a:spcBef>
                <a:spcPts val="1476"/>
              </a:spcBef>
              <a:spcAft>
                <a:spcPts val="0"/>
              </a:spcAft>
              <a:buClr>
                <a:schemeClr val="dk1"/>
              </a:buClr>
              <a:buSzPts val="1800"/>
              <a:buChar char="•"/>
              <a:defRPr/>
            </a:lvl7pPr>
            <a:lvl8pPr indent="-342900" lvl="7" marL="3657600" algn="l">
              <a:lnSpc>
                <a:spcPct val="90000"/>
              </a:lnSpc>
              <a:spcBef>
                <a:spcPts val="1476"/>
              </a:spcBef>
              <a:spcAft>
                <a:spcPts val="0"/>
              </a:spcAft>
              <a:buClr>
                <a:schemeClr val="dk1"/>
              </a:buClr>
              <a:buSzPts val="1800"/>
              <a:buChar char="•"/>
              <a:defRPr/>
            </a:lvl8pPr>
            <a:lvl9pPr indent="-342900" lvl="8" marL="4114800" algn="l">
              <a:lnSpc>
                <a:spcPct val="90000"/>
              </a:lnSpc>
              <a:spcBef>
                <a:spcPts val="1476"/>
              </a:spcBef>
              <a:spcAft>
                <a:spcPts val="0"/>
              </a:spcAft>
              <a:buClr>
                <a:schemeClr val="dk1"/>
              </a:buClr>
              <a:buSzPts val="1800"/>
              <a:buChar char="•"/>
              <a:defRPr/>
            </a:lvl9pPr>
          </a:lstStyle>
          <a:p/>
        </p:txBody>
      </p:sp>
      <p:sp>
        <p:nvSpPr>
          <p:cNvPr id="75" name="Google Shape;75;p12"/>
          <p:cNvSpPr txBox="1"/>
          <p:nvPr>
            <p:ph idx="10" type="dt"/>
          </p:nvPr>
        </p:nvSpPr>
        <p:spPr>
          <a:xfrm>
            <a:off x="1856264" y="40040601"/>
            <a:ext cx="6075045" cy="230003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1" type="ftr"/>
          </p:nvPr>
        </p:nvSpPr>
        <p:spPr>
          <a:xfrm>
            <a:off x="8943816" y="40040601"/>
            <a:ext cx="9112568" cy="23000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2"/>
          <p:cNvSpPr txBox="1"/>
          <p:nvPr>
            <p:ph idx="12" type="sldNum"/>
          </p:nvPr>
        </p:nvSpPr>
        <p:spPr>
          <a:xfrm>
            <a:off x="19068891" y="40040601"/>
            <a:ext cx="6075045" cy="230003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直排標題及文字" type="vertTitleAndTx">
  <p:cSld name="VERTICAL_TITLE_AND_VERTICAL_TEXT">
    <p:spTree>
      <p:nvGrpSpPr>
        <p:cNvPr id="78" name="Shape 78"/>
        <p:cNvGrpSpPr/>
        <p:nvPr/>
      </p:nvGrpSpPr>
      <p:grpSpPr>
        <a:xfrm>
          <a:off x="0" y="0"/>
          <a:ext cx="0" cy="0"/>
          <a:chOff x="0" y="0"/>
          <a:chExt cx="0" cy="0"/>
        </a:xfrm>
      </p:grpSpPr>
      <p:sp>
        <p:nvSpPr>
          <p:cNvPr id="79" name="Google Shape;79;p13"/>
          <p:cNvSpPr txBox="1"/>
          <p:nvPr>
            <p:ph type="title"/>
          </p:nvPr>
        </p:nvSpPr>
        <p:spPr>
          <a:xfrm rot="5400000">
            <a:off x="3927707" y="17694347"/>
            <a:ext cx="36610544" cy="58219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3"/>
          <p:cNvSpPr txBox="1"/>
          <p:nvPr>
            <p:ph idx="1" type="body"/>
          </p:nvPr>
        </p:nvSpPr>
        <p:spPr>
          <a:xfrm rot="5400000">
            <a:off x="-7884881" y="12041180"/>
            <a:ext cx="36610544" cy="1712825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2953"/>
              </a:spcBef>
              <a:spcAft>
                <a:spcPts val="0"/>
              </a:spcAft>
              <a:buClr>
                <a:schemeClr val="dk1"/>
              </a:buClr>
              <a:buSzPts val="1800"/>
              <a:buChar char="•"/>
              <a:defRPr/>
            </a:lvl1pPr>
            <a:lvl2pPr indent="-342900" lvl="1" marL="914400" algn="l">
              <a:lnSpc>
                <a:spcPct val="90000"/>
              </a:lnSpc>
              <a:spcBef>
                <a:spcPts val="1476"/>
              </a:spcBef>
              <a:spcAft>
                <a:spcPts val="0"/>
              </a:spcAft>
              <a:buClr>
                <a:schemeClr val="dk1"/>
              </a:buClr>
              <a:buSzPts val="1800"/>
              <a:buChar char="•"/>
              <a:defRPr/>
            </a:lvl2pPr>
            <a:lvl3pPr indent="-342900" lvl="2" marL="1371600" algn="l">
              <a:lnSpc>
                <a:spcPct val="90000"/>
              </a:lnSpc>
              <a:spcBef>
                <a:spcPts val="1476"/>
              </a:spcBef>
              <a:spcAft>
                <a:spcPts val="0"/>
              </a:spcAft>
              <a:buClr>
                <a:schemeClr val="dk1"/>
              </a:buClr>
              <a:buSzPts val="1800"/>
              <a:buChar char="•"/>
              <a:defRPr/>
            </a:lvl3pPr>
            <a:lvl4pPr indent="-342900" lvl="3" marL="1828800" algn="l">
              <a:lnSpc>
                <a:spcPct val="90000"/>
              </a:lnSpc>
              <a:spcBef>
                <a:spcPts val="1476"/>
              </a:spcBef>
              <a:spcAft>
                <a:spcPts val="0"/>
              </a:spcAft>
              <a:buClr>
                <a:schemeClr val="dk1"/>
              </a:buClr>
              <a:buSzPts val="1800"/>
              <a:buChar char="•"/>
              <a:defRPr/>
            </a:lvl4pPr>
            <a:lvl5pPr indent="-342900" lvl="4" marL="2286000" algn="l">
              <a:lnSpc>
                <a:spcPct val="90000"/>
              </a:lnSpc>
              <a:spcBef>
                <a:spcPts val="1476"/>
              </a:spcBef>
              <a:spcAft>
                <a:spcPts val="0"/>
              </a:spcAft>
              <a:buClr>
                <a:schemeClr val="dk1"/>
              </a:buClr>
              <a:buSzPts val="1800"/>
              <a:buChar char="•"/>
              <a:defRPr/>
            </a:lvl5pPr>
            <a:lvl6pPr indent="-342900" lvl="5" marL="2743200" algn="l">
              <a:lnSpc>
                <a:spcPct val="90000"/>
              </a:lnSpc>
              <a:spcBef>
                <a:spcPts val="1476"/>
              </a:spcBef>
              <a:spcAft>
                <a:spcPts val="0"/>
              </a:spcAft>
              <a:buClr>
                <a:schemeClr val="dk1"/>
              </a:buClr>
              <a:buSzPts val="1800"/>
              <a:buChar char="•"/>
              <a:defRPr/>
            </a:lvl6pPr>
            <a:lvl7pPr indent="-342900" lvl="6" marL="3200400" algn="l">
              <a:lnSpc>
                <a:spcPct val="90000"/>
              </a:lnSpc>
              <a:spcBef>
                <a:spcPts val="1476"/>
              </a:spcBef>
              <a:spcAft>
                <a:spcPts val="0"/>
              </a:spcAft>
              <a:buClr>
                <a:schemeClr val="dk1"/>
              </a:buClr>
              <a:buSzPts val="1800"/>
              <a:buChar char="•"/>
              <a:defRPr/>
            </a:lvl7pPr>
            <a:lvl8pPr indent="-342900" lvl="7" marL="3657600" algn="l">
              <a:lnSpc>
                <a:spcPct val="90000"/>
              </a:lnSpc>
              <a:spcBef>
                <a:spcPts val="1476"/>
              </a:spcBef>
              <a:spcAft>
                <a:spcPts val="0"/>
              </a:spcAft>
              <a:buClr>
                <a:schemeClr val="dk1"/>
              </a:buClr>
              <a:buSzPts val="1800"/>
              <a:buChar char="•"/>
              <a:defRPr/>
            </a:lvl8pPr>
            <a:lvl9pPr indent="-342900" lvl="8" marL="4114800" algn="l">
              <a:lnSpc>
                <a:spcPct val="90000"/>
              </a:lnSpc>
              <a:spcBef>
                <a:spcPts val="1476"/>
              </a:spcBef>
              <a:spcAft>
                <a:spcPts val="0"/>
              </a:spcAft>
              <a:buClr>
                <a:schemeClr val="dk1"/>
              </a:buClr>
              <a:buSzPts val="1800"/>
              <a:buChar char="•"/>
              <a:defRPr/>
            </a:lvl9pPr>
          </a:lstStyle>
          <a:p/>
        </p:txBody>
      </p:sp>
      <p:sp>
        <p:nvSpPr>
          <p:cNvPr id="81" name="Google Shape;81;p13"/>
          <p:cNvSpPr txBox="1"/>
          <p:nvPr>
            <p:ph idx="10" type="dt"/>
          </p:nvPr>
        </p:nvSpPr>
        <p:spPr>
          <a:xfrm>
            <a:off x="1856264" y="40040601"/>
            <a:ext cx="6075045" cy="230003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3"/>
          <p:cNvSpPr txBox="1"/>
          <p:nvPr>
            <p:ph idx="11" type="ftr"/>
          </p:nvPr>
        </p:nvSpPr>
        <p:spPr>
          <a:xfrm>
            <a:off x="8943816" y="40040601"/>
            <a:ext cx="9112568" cy="23000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3"/>
          <p:cNvSpPr txBox="1"/>
          <p:nvPr>
            <p:ph idx="12" type="sldNum"/>
          </p:nvPr>
        </p:nvSpPr>
        <p:spPr>
          <a:xfrm>
            <a:off x="19068891" y="40040601"/>
            <a:ext cx="6075045" cy="230003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1856264" y="2300044"/>
            <a:ext cx="23287673" cy="8350126"/>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2992"/>
              <a:buFont typeface="Calibri"/>
              <a:buNone/>
              <a:defRPr b="0" i="0" sz="12992"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
          <p:cNvSpPr txBox="1"/>
          <p:nvPr>
            <p:ph idx="1" type="body"/>
          </p:nvPr>
        </p:nvSpPr>
        <p:spPr>
          <a:xfrm>
            <a:off x="1856264" y="11500170"/>
            <a:ext cx="23287673" cy="27410408"/>
          </a:xfrm>
          <a:prstGeom prst="rect">
            <a:avLst/>
          </a:prstGeom>
          <a:noFill/>
          <a:ln>
            <a:noFill/>
          </a:ln>
        </p:spPr>
        <p:txBody>
          <a:bodyPr anchorCtr="0" anchor="t" bIns="45700" lIns="91425" spcFirstLastPara="1" rIns="91425" wrap="square" tIns="45700">
            <a:normAutofit/>
          </a:bodyPr>
          <a:lstStyle>
            <a:lvl1pPr indent="-753618" lvl="0" marL="457200" marR="0" rtl="0" algn="l">
              <a:lnSpc>
                <a:spcPct val="90000"/>
              </a:lnSpc>
              <a:spcBef>
                <a:spcPts val="2953"/>
              </a:spcBef>
              <a:spcAft>
                <a:spcPts val="0"/>
              </a:spcAft>
              <a:buClr>
                <a:schemeClr val="dk1"/>
              </a:buClr>
              <a:buSzPts val="8268"/>
              <a:buFont typeface="Arial"/>
              <a:buChar char="•"/>
              <a:defRPr b="0" i="0" sz="8268" u="none" cap="none" strike="noStrike">
                <a:solidFill>
                  <a:schemeClr val="dk1"/>
                </a:solidFill>
                <a:latin typeface="Calibri"/>
                <a:ea typeface="Calibri"/>
                <a:cs typeface="Calibri"/>
                <a:sym typeface="Calibri"/>
              </a:defRPr>
            </a:lvl1pPr>
            <a:lvl2pPr indent="-678624" lvl="1" marL="914400" marR="0" rtl="0" algn="l">
              <a:lnSpc>
                <a:spcPct val="90000"/>
              </a:lnSpc>
              <a:spcBef>
                <a:spcPts val="1476"/>
              </a:spcBef>
              <a:spcAft>
                <a:spcPts val="0"/>
              </a:spcAft>
              <a:buClr>
                <a:schemeClr val="dk1"/>
              </a:buClr>
              <a:buSzPts val="7087"/>
              <a:buFont typeface="Arial"/>
              <a:buChar char="•"/>
              <a:defRPr b="0" i="0" sz="7087" u="none" cap="none" strike="noStrike">
                <a:solidFill>
                  <a:schemeClr val="dk1"/>
                </a:solidFill>
                <a:latin typeface="Calibri"/>
                <a:ea typeface="Calibri"/>
                <a:cs typeface="Calibri"/>
                <a:sym typeface="Calibri"/>
              </a:defRPr>
            </a:lvl2pPr>
            <a:lvl3pPr indent="-603631" lvl="2" marL="1371600" marR="0" rtl="0" algn="l">
              <a:lnSpc>
                <a:spcPct val="90000"/>
              </a:lnSpc>
              <a:spcBef>
                <a:spcPts val="1476"/>
              </a:spcBef>
              <a:spcAft>
                <a:spcPts val="0"/>
              </a:spcAft>
              <a:buClr>
                <a:schemeClr val="dk1"/>
              </a:buClr>
              <a:buSzPts val="5906"/>
              <a:buFont typeface="Arial"/>
              <a:buChar char="•"/>
              <a:defRPr b="0" i="0" sz="5906" u="none" cap="none" strike="noStrike">
                <a:solidFill>
                  <a:schemeClr val="dk1"/>
                </a:solidFill>
                <a:latin typeface="Calibri"/>
                <a:ea typeface="Calibri"/>
                <a:cs typeface="Calibri"/>
                <a:sym typeface="Calibri"/>
              </a:defRPr>
            </a:lvl3pPr>
            <a:lvl4pPr indent="-566102" lvl="3" marL="1828800" marR="0" rtl="0" algn="l">
              <a:lnSpc>
                <a:spcPct val="90000"/>
              </a:lnSpc>
              <a:spcBef>
                <a:spcPts val="1476"/>
              </a:spcBef>
              <a:spcAft>
                <a:spcPts val="0"/>
              </a:spcAft>
              <a:buClr>
                <a:schemeClr val="dk1"/>
              </a:buClr>
              <a:buSzPts val="5315"/>
              <a:buFont typeface="Arial"/>
              <a:buChar char="•"/>
              <a:defRPr b="0" i="0" sz="5315" u="none" cap="none" strike="noStrike">
                <a:solidFill>
                  <a:schemeClr val="dk1"/>
                </a:solidFill>
                <a:latin typeface="Calibri"/>
                <a:ea typeface="Calibri"/>
                <a:cs typeface="Calibri"/>
                <a:sym typeface="Calibri"/>
              </a:defRPr>
            </a:lvl4pPr>
            <a:lvl5pPr indent="-566102" lvl="4" marL="2286000" marR="0" rtl="0" algn="l">
              <a:lnSpc>
                <a:spcPct val="90000"/>
              </a:lnSpc>
              <a:spcBef>
                <a:spcPts val="1476"/>
              </a:spcBef>
              <a:spcAft>
                <a:spcPts val="0"/>
              </a:spcAft>
              <a:buClr>
                <a:schemeClr val="dk1"/>
              </a:buClr>
              <a:buSzPts val="5315"/>
              <a:buFont typeface="Arial"/>
              <a:buChar char="•"/>
              <a:defRPr b="0" i="0" sz="5315" u="none" cap="none" strike="noStrike">
                <a:solidFill>
                  <a:schemeClr val="dk1"/>
                </a:solidFill>
                <a:latin typeface="Calibri"/>
                <a:ea typeface="Calibri"/>
                <a:cs typeface="Calibri"/>
                <a:sym typeface="Calibri"/>
              </a:defRPr>
            </a:lvl5pPr>
            <a:lvl6pPr indent="-566102" lvl="5" marL="2743200" marR="0" rtl="0" algn="l">
              <a:lnSpc>
                <a:spcPct val="90000"/>
              </a:lnSpc>
              <a:spcBef>
                <a:spcPts val="1476"/>
              </a:spcBef>
              <a:spcAft>
                <a:spcPts val="0"/>
              </a:spcAft>
              <a:buClr>
                <a:schemeClr val="dk1"/>
              </a:buClr>
              <a:buSzPts val="5315"/>
              <a:buFont typeface="Arial"/>
              <a:buChar char="•"/>
              <a:defRPr b="0" i="0" sz="5315" u="none" cap="none" strike="noStrike">
                <a:solidFill>
                  <a:schemeClr val="dk1"/>
                </a:solidFill>
                <a:latin typeface="Calibri"/>
                <a:ea typeface="Calibri"/>
                <a:cs typeface="Calibri"/>
                <a:sym typeface="Calibri"/>
              </a:defRPr>
            </a:lvl6pPr>
            <a:lvl7pPr indent="-566102" lvl="6" marL="3200400" marR="0" rtl="0" algn="l">
              <a:lnSpc>
                <a:spcPct val="90000"/>
              </a:lnSpc>
              <a:spcBef>
                <a:spcPts val="1476"/>
              </a:spcBef>
              <a:spcAft>
                <a:spcPts val="0"/>
              </a:spcAft>
              <a:buClr>
                <a:schemeClr val="dk1"/>
              </a:buClr>
              <a:buSzPts val="5315"/>
              <a:buFont typeface="Arial"/>
              <a:buChar char="•"/>
              <a:defRPr b="0" i="0" sz="5315" u="none" cap="none" strike="noStrike">
                <a:solidFill>
                  <a:schemeClr val="dk1"/>
                </a:solidFill>
                <a:latin typeface="Calibri"/>
                <a:ea typeface="Calibri"/>
                <a:cs typeface="Calibri"/>
                <a:sym typeface="Calibri"/>
              </a:defRPr>
            </a:lvl7pPr>
            <a:lvl8pPr indent="-566102" lvl="7" marL="3657600" marR="0" rtl="0" algn="l">
              <a:lnSpc>
                <a:spcPct val="90000"/>
              </a:lnSpc>
              <a:spcBef>
                <a:spcPts val="1476"/>
              </a:spcBef>
              <a:spcAft>
                <a:spcPts val="0"/>
              </a:spcAft>
              <a:buClr>
                <a:schemeClr val="dk1"/>
              </a:buClr>
              <a:buSzPts val="5315"/>
              <a:buFont typeface="Arial"/>
              <a:buChar char="•"/>
              <a:defRPr b="0" i="0" sz="5315" u="none" cap="none" strike="noStrike">
                <a:solidFill>
                  <a:schemeClr val="dk1"/>
                </a:solidFill>
                <a:latin typeface="Calibri"/>
                <a:ea typeface="Calibri"/>
                <a:cs typeface="Calibri"/>
                <a:sym typeface="Calibri"/>
              </a:defRPr>
            </a:lvl8pPr>
            <a:lvl9pPr indent="-566102" lvl="8" marL="4114800" marR="0" rtl="0" algn="l">
              <a:lnSpc>
                <a:spcPct val="90000"/>
              </a:lnSpc>
              <a:spcBef>
                <a:spcPts val="1476"/>
              </a:spcBef>
              <a:spcAft>
                <a:spcPts val="0"/>
              </a:spcAft>
              <a:buClr>
                <a:schemeClr val="dk1"/>
              </a:buClr>
              <a:buSzPts val="5315"/>
              <a:buFont typeface="Arial"/>
              <a:buChar char="•"/>
              <a:defRPr b="0" i="0" sz="5315" u="none" cap="none" strike="noStrike">
                <a:solidFill>
                  <a:schemeClr val="dk1"/>
                </a:solidFill>
                <a:latin typeface="Calibri"/>
                <a:ea typeface="Calibri"/>
                <a:cs typeface="Calibri"/>
                <a:sym typeface="Calibri"/>
              </a:defRPr>
            </a:lvl9pPr>
          </a:lstStyle>
          <a:p/>
        </p:txBody>
      </p:sp>
      <p:sp>
        <p:nvSpPr>
          <p:cNvPr id="12" name="Google Shape;12;p2"/>
          <p:cNvSpPr txBox="1"/>
          <p:nvPr>
            <p:ph idx="10" type="dt"/>
          </p:nvPr>
        </p:nvSpPr>
        <p:spPr>
          <a:xfrm>
            <a:off x="1856264" y="40040601"/>
            <a:ext cx="6075045" cy="230003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543"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
          <p:cNvSpPr txBox="1"/>
          <p:nvPr>
            <p:ph idx="11" type="ftr"/>
          </p:nvPr>
        </p:nvSpPr>
        <p:spPr>
          <a:xfrm>
            <a:off x="8943816" y="40040601"/>
            <a:ext cx="9112568" cy="230003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3543"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
          <p:cNvSpPr txBox="1"/>
          <p:nvPr>
            <p:ph idx="12" type="sldNum"/>
          </p:nvPr>
        </p:nvSpPr>
        <p:spPr>
          <a:xfrm>
            <a:off x="19068891" y="40040601"/>
            <a:ext cx="6075045" cy="230003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3543"/>
              <a:buFont typeface="Arial"/>
              <a:buNone/>
              <a:defRPr b="0" i="0" sz="3543"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p:nvPr/>
        </p:nvSpPr>
        <p:spPr>
          <a:xfrm>
            <a:off x="647850" y="342902"/>
            <a:ext cx="9158700" cy="1268100"/>
          </a:xfrm>
          <a:prstGeom prst="roundRect">
            <a:avLst>
              <a:gd fmla="val 16667" name="adj"/>
            </a:avLst>
          </a:prstGeom>
          <a:solidFill>
            <a:schemeClr val="lt1"/>
          </a:solidFill>
          <a:ln cap="flat" cmpd="sng" w="76200">
            <a:solidFill>
              <a:srgbClr val="F4B08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zh-TW" sz="6000">
                <a:solidFill>
                  <a:schemeClr val="dk1"/>
                </a:solidFill>
                <a:latin typeface="Microsoft JhengHei"/>
                <a:ea typeface="Microsoft JhengHei"/>
                <a:cs typeface="Microsoft JhengHei"/>
                <a:sym typeface="Microsoft JhengHei"/>
              </a:rPr>
              <a:t>作品功能</a:t>
            </a:r>
            <a:endParaRPr b="1" sz="6000">
              <a:solidFill>
                <a:schemeClr val="dk1"/>
              </a:solidFill>
              <a:latin typeface="Microsoft JhengHei"/>
              <a:ea typeface="Microsoft JhengHei"/>
              <a:cs typeface="Microsoft JhengHei"/>
              <a:sym typeface="Microsoft JhengHei"/>
            </a:endParaRPr>
          </a:p>
        </p:txBody>
      </p:sp>
      <p:sp>
        <p:nvSpPr>
          <p:cNvPr id="90" name="Google Shape;90;p1"/>
          <p:cNvSpPr txBox="1"/>
          <p:nvPr/>
        </p:nvSpPr>
        <p:spPr>
          <a:xfrm>
            <a:off x="633130" y="37047471"/>
            <a:ext cx="12176244" cy="107721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200"/>
              <a:buFont typeface="Arial"/>
              <a:buNone/>
            </a:pPr>
            <a:r>
              <a:rPr b="1" i="0" lang="zh-TW" sz="3200" u="none" cap="none" strike="noStrike">
                <a:solidFill>
                  <a:schemeClr val="dk1"/>
                </a:solidFill>
                <a:latin typeface="Microsoft JhengHei"/>
                <a:ea typeface="Microsoft JhengHei"/>
                <a:cs typeface="Microsoft JhengHei"/>
                <a:sym typeface="Microsoft JhengHei"/>
              </a:rPr>
              <a:t>		由上表分析可得知，獨居蜂較喜歡在氣溫30℃左右時入住。推測獨居蜂們喜歡在氣候溫暖時出沒。</a:t>
            </a:r>
            <a:endParaRPr b="1" i="0" sz="3200" u="none" cap="none" strike="noStrike">
              <a:solidFill>
                <a:schemeClr val="dk1"/>
              </a:solidFill>
              <a:latin typeface="Microsoft JhengHei"/>
              <a:ea typeface="Microsoft JhengHei"/>
              <a:cs typeface="Microsoft JhengHei"/>
              <a:sym typeface="Microsoft JhengHei"/>
            </a:endParaRPr>
          </a:p>
        </p:txBody>
      </p:sp>
      <p:pic>
        <p:nvPicPr>
          <p:cNvPr id="91" name="Google Shape;91;p1"/>
          <p:cNvPicPr preferRelativeResize="0"/>
          <p:nvPr/>
        </p:nvPicPr>
        <p:blipFill rotWithShape="1">
          <a:blip r:embed="rId3">
            <a:alphaModFix/>
          </a:blip>
          <a:srcRect b="29132" l="0" r="0" t="29070"/>
          <a:stretch/>
        </p:blipFill>
        <p:spPr>
          <a:xfrm rot="5400000">
            <a:off x="-8123143" y="8100218"/>
            <a:ext cx="43200638" cy="27000200"/>
          </a:xfrm>
          <a:prstGeom prst="rect">
            <a:avLst/>
          </a:prstGeom>
          <a:noFill/>
          <a:ln>
            <a:noFill/>
          </a:ln>
        </p:spPr>
      </p:pic>
      <p:sp>
        <p:nvSpPr>
          <p:cNvPr id="92" name="Google Shape;92;p1"/>
          <p:cNvSpPr txBox="1"/>
          <p:nvPr/>
        </p:nvSpPr>
        <p:spPr>
          <a:xfrm>
            <a:off x="633125" y="1829925"/>
            <a:ext cx="26344200" cy="9912600"/>
          </a:xfrm>
          <a:prstGeom prst="rect">
            <a:avLst/>
          </a:prstGeom>
          <a:noFill/>
          <a:ln>
            <a:noFill/>
          </a:ln>
        </p:spPr>
        <p:txBody>
          <a:bodyPr anchorCtr="0" anchor="t" bIns="91425" lIns="91425" spcFirstLastPara="1" rIns="91425" wrap="square" tIns="91425">
            <a:spAutoFit/>
          </a:bodyPr>
          <a:lstStyle/>
          <a:p>
            <a:pPr indent="-736600" lvl="0" marL="457200" rtl="0" algn="ctr">
              <a:lnSpc>
                <a:spcPct val="115000"/>
              </a:lnSpc>
              <a:spcBef>
                <a:spcPts val="0"/>
              </a:spcBef>
              <a:spcAft>
                <a:spcPts val="0"/>
              </a:spcAft>
              <a:buClr>
                <a:schemeClr val="dk1"/>
              </a:buClr>
              <a:buSzPts val="8000"/>
              <a:buFont typeface="Microsoft JhengHei"/>
              <a:buChar char="●"/>
            </a:pPr>
            <a:r>
              <a:rPr b="1" lang="zh-TW" sz="8000">
                <a:solidFill>
                  <a:schemeClr val="dk1"/>
                </a:solidFill>
                <a:latin typeface="Microsoft JhengHei"/>
                <a:ea typeface="Microsoft JhengHei"/>
                <a:cs typeface="Microsoft JhengHei"/>
                <a:sym typeface="Microsoft JhengHei"/>
              </a:rPr>
              <a:t>基本的遮雨、遮陽</a:t>
            </a:r>
            <a:endParaRPr b="1" sz="8000">
              <a:solidFill>
                <a:schemeClr val="dk1"/>
              </a:solidFill>
              <a:latin typeface="Microsoft JhengHei"/>
              <a:ea typeface="Microsoft JhengHei"/>
              <a:cs typeface="Microsoft JhengHei"/>
              <a:sym typeface="Microsoft JhengHei"/>
            </a:endParaRPr>
          </a:p>
          <a:p>
            <a:pPr indent="-736600" lvl="0" marL="457200" rtl="0" algn="ctr">
              <a:lnSpc>
                <a:spcPct val="115000"/>
              </a:lnSpc>
              <a:spcBef>
                <a:spcPts val="0"/>
              </a:spcBef>
              <a:spcAft>
                <a:spcPts val="0"/>
              </a:spcAft>
              <a:buClr>
                <a:schemeClr val="dk1"/>
              </a:buClr>
              <a:buSzPts val="8000"/>
              <a:buFont typeface="Microsoft JhengHei"/>
              <a:buChar char="●"/>
            </a:pPr>
            <a:r>
              <a:rPr b="1" lang="zh-TW" sz="8000">
                <a:solidFill>
                  <a:schemeClr val="dk1"/>
                </a:solidFill>
                <a:latin typeface="Microsoft JhengHei"/>
                <a:ea typeface="Microsoft JhengHei"/>
                <a:cs typeface="Microsoft JhengHei"/>
                <a:sym typeface="Microsoft JhengHei"/>
              </a:rPr>
              <a:t>一般遮雨棚沒有的LED照明</a:t>
            </a:r>
            <a:endParaRPr b="1" sz="8000">
              <a:solidFill>
                <a:schemeClr val="dk1"/>
              </a:solidFill>
              <a:latin typeface="Microsoft JhengHei"/>
              <a:ea typeface="Microsoft JhengHei"/>
              <a:cs typeface="Microsoft JhengHei"/>
              <a:sym typeface="Microsoft JhengHei"/>
            </a:endParaRPr>
          </a:p>
          <a:p>
            <a:pPr indent="-736600" lvl="0" marL="457200" rtl="0" algn="ctr">
              <a:lnSpc>
                <a:spcPct val="115000"/>
              </a:lnSpc>
              <a:spcBef>
                <a:spcPts val="0"/>
              </a:spcBef>
              <a:spcAft>
                <a:spcPts val="0"/>
              </a:spcAft>
              <a:buClr>
                <a:schemeClr val="dk1"/>
              </a:buClr>
              <a:buSzPts val="8000"/>
              <a:buFont typeface="Microsoft JhengHei"/>
              <a:buChar char="●"/>
            </a:pPr>
            <a:r>
              <a:rPr b="1" lang="zh-TW" sz="8000">
                <a:solidFill>
                  <a:schemeClr val="dk1"/>
                </a:solidFill>
                <a:latin typeface="Microsoft JhengHei"/>
                <a:ea typeface="Microsoft JhengHei"/>
                <a:cs typeface="Microsoft JhengHei"/>
                <a:sym typeface="Microsoft JhengHei"/>
              </a:rPr>
              <a:t>過熱時提供的灑水系統</a:t>
            </a:r>
            <a:endParaRPr b="1" sz="8000">
              <a:solidFill>
                <a:schemeClr val="dk1"/>
              </a:solidFill>
              <a:latin typeface="Microsoft JhengHei"/>
              <a:ea typeface="Microsoft JhengHei"/>
              <a:cs typeface="Microsoft JhengHei"/>
              <a:sym typeface="Microsoft JhengHei"/>
            </a:endParaRPr>
          </a:p>
          <a:p>
            <a:pPr indent="0" lvl="0" marL="0" rtl="0" algn="l">
              <a:lnSpc>
                <a:spcPct val="115000"/>
              </a:lnSpc>
              <a:spcBef>
                <a:spcPts val="0"/>
              </a:spcBef>
              <a:spcAft>
                <a:spcPts val="0"/>
              </a:spcAft>
              <a:buNone/>
            </a:pPr>
            <a:r>
              <a:rPr b="1" lang="zh-TW" sz="8000">
                <a:solidFill>
                  <a:schemeClr val="dk1"/>
                </a:solidFill>
                <a:latin typeface="Microsoft JhengHei"/>
                <a:ea typeface="Microsoft JhengHei"/>
                <a:cs typeface="Microsoft JhengHei"/>
                <a:sym typeface="Microsoft JhengHei"/>
              </a:rPr>
              <a:t>使用Arduino UNO讓遮雨棚能全自動化的進行開啟及關閉。</a:t>
            </a:r>
            <a:endParaRPr b="1" sz="8000">
              <a:solidFill>
                <a:schemeClr val="dk1"/>
              </a:solidFill>
              <a:latin typeface="Microsoft JhengHei"/>
              <a:ea typeface="Microsoft JhengHei"/>
              <a:cs typeface="Microsoft JhengHei"/>
              <a:sym typeface="Microsoft JhengHei"/>
            </a:endParaRPr>
          </a:p>
          <a:p>
            <a:pPr indent="0" lvl="0" marL="0" rtl="0" algn="l">
              <a:lnSpc>
                <a:spcPct val="115000"/>
              </a:lnSpc>
              <a:spcBef>
                <a:spcPts val="0"/>
              </a:spcBef>
              <a:spcAft>
                <a:spcPts val="0"/>
              </a:spcAft>
              <a:buNone/>
            </a:pPr>
            <a:r>
              <a:rPr b="1" lang="zh-TW" sz="8000">
                <a:solidFill>
                  <a:schemeClr val="dk1"/>
                </a:solidFill>
                <a:latin typeface="Microsoft JhengHei"/>
                <a:ea typeface="Microsoft JhengHei"/>
                <a:cs typeface="Microsoft JhengHei"/>
                <a:sym typeface="Microsoft JhengHei"/>
              </a:rPr>
              <a:t>LED照明的功能能讓使用者在晚上下雨時也不會因為亮度過低而發生意外。</a:t>
            </a:r>
            <a:endParaRPr b="1" sz="8000">
              <a:solidFill>
                <a:schemeClr val="dk1"/>
              </a:solidFill>
              <a:latin typeface="Microsoft JhengHei"/>
              <a:ea typeface="Microsoft JhengHei"/>
              <a:cs typeface="Microsoft JhengHei"/>
              <a:sym typeface="Microsoft JhengHei"/>
            </a:endParaRPr>
          </a:p>
        </p:txBody>
      </p:sp>
      <p:sp>
        <p:nvSpPr>
          <p:cNvPr id="93" name="Google Shape;93;p1"/>
          <p:cNvSpPr/>
          <p:nvPr/>
        </p:nvSpPr>
        <p:spPr>
          <a:xfrm>
            <a:off x="8616100" y="10326525"/>
            <a:ext cx="9768000" cy="1893300"/>
          </a:xfrm>
          <a:prstGeom prst="roundRect">
            <a:avLst>
              <a:gd fmla="val 16667" name="adj"/>
            </a:avLst>
          </a:prstGeom>
          <a:solidFill>
            <a:schemeClr val="lt1"/>
          </a:solidFill>
          <a:ln cap="flat" cmpd="sng" w="76200">
            <a:solidFill>
              <a:srgbClr val="F4B08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zh-TW" sz="9600">
                <a:solidFill>
                  <a:schemeClr val="dk1"/>
                </a:solidFill>
                <a:latin typeface="Microsoft JhengHei"/>
                <a:ea typeface="Microsoft JhengHei"/>
                <a:cs typeface="Microsoft JhengHei"/>
                <a:sym typeface="Microsoft JhengHei"/>
              </a:rPr>
              <a:t>作品運行方式</a:t>
            </a:r>
            <a:endParaRPr b="1" sz="9600">
              <a:solidFill>
                <a:schemeClr val="dk1"/>
              </a:solidFill>
              <a:latin typeface="Microsoft JhengHei"/>
              <a:ea typeface="Microsoft JhengHei"/>
              <a:cs typeface="Microsoft JhengHei"/>
              <a:sym typeface="Microsoft JhengHei"/>
            </a:endParaRPr>
          </a:p>
        </p:txBody>
      </p:sp>
      <p:sp>
        <p:nvSpPr>
          <p:cNvPr id="94" name="Google Shape;94;p1"/>
          <p:cNvSpPr txBox="1"/>
          <p:nvPr/>
        </p:nvSpPr>
        <p:spPr>
          <a:xfrm>
            <a:off x="1001575" y="12548725"/>
            <a:ext cx="25998600" cy="1132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zh-TW" sz="8000">
                <a:solidFill>
                  <a:schemeClr val="dk1"/>
                </a:solidFill>
                <a:latin typeface="Microsoft JhengHei"/>
                <a:ea typeface="Microsoft JhengHei"/>
                <a:cs typeface="Microsoft JhengHei"/>
                <a:sym typeface="Microsoft JhengHei"/>
              </a:rPr>
              <a:t>本作品是以Arduino UNO連接伺服馬達、雨滴感測器、光敏電阻和溫溼度感測器製作。</a:t>
            </a:r>
            <a:endParaRPr b="1" sz="8000">
              <a:solidFill>
                <a:schemeClr val="dk1"/>
              </a:solidFill>
              <a:latin typeface="Microsoft JhengHei"/>
              <a:ea typeface="Microsoft JhengHei"/>
              <a:cs typeface="Microsoft JhengHei"/>
              <a:sym typeface="Microsoft JhengHei"/>
            </a:endParaRPr>
          </a:p>
          <a:p>
            <a:pPr indent="-736600" lvl="0" marL="457200" rtl="0" algn="l">
              <a:lnSpc>
                <a:spcPct val="115000"/>
              </a:lnSpc>
              <a:spcBef>
                <a:spcPts val="0"/>
              </a:spcBef>
              <a:spcAft>
                <a:spcPts val="0"/>
              </a:spcAft>
              <a:buClr>
                <a:schemeClr val="dk1"/>
              </a:buClr>
              <a:buSzPts val="8000"/>
              <a:buFont typeface="Microsoft JhengHei"/>
              <a:buChar char="●"/>
            </a:pPr>
            <a:r>
              <a:rPr b="1" lang="zh-TW" sz="8000">
                <a:solidFill>
                  <a:schemeClr val="dk1"/>
                </a:solidFill>
                <a:latin typeface="Microsoft JhengHei"/>
                <a:ea typeface="Microsoft JhengHei"/>
                <a:cs typeface="Microsoft JhengHei"/>
                <a:sym typeface="Microsoft JhengHei"/>
              </a:rPr>
              <a:t>當雨滴感測器偵測到雨水，便會驅動伺服馬達，打開遮雨棚擋雨。</a:t>
            </a:r>
            <a:endParaRPr b="1" sz="8000">
              <a:solidFill>
                <a:schemeClr val="dk1"/>
              </a:solidFill>
              <a:latin typeface="Microsoft JhengHei"/>
              <a:ea typeface="Microsoft JhengHei"/>
              <a:cs typeface="Microsoft JhengHei"/>
              <a:sym typeface="Microsoft JhengHei"/>
            </a:endParaRPr>
          </a:p>
          <a:p>
            <a:pPr indent="-736600" lvl="0" marL="457200" rtl="0" algn="l">
              <a:lnSpc>
                <a:spcPct val="115000"/>
              </a:lnSpc>
              <a:spcBef>
                <a:spcPts val="0"/>
              </a:spcBef>
              <a:spcAft>
                <a:spcPts val="0"/>
              </a:spcAft>
              <a:buClr>
                <a:schemeClr val="dk1"/>
              </a:buClr>
              <a:buSzPts val="8000"/>
              <a:buFont typeface="Microsoft JhengHei"/>
              <a:buChar char="●"/>
            </a:pPr>
            <a:r>
              <a:rPr b="1" lang="zh-TW" sz="8000">
                <a:solidFill>
                  <a:schemeClr val="dk1"/>
                </a:solidFill>
                <a:latin typeface="Microsoft JhengHei"/>
                <a:ea typeface="Microsoft JhengHei"/>
                <a:cs typeface="Microsoft JhengHei"/>
                <a:sym typeface="Microsoft JhengHei"/>
              </a:rPr>
              <a:t>溫溼度感測器</a:t>
            </a:r>
            <a:r>
              <a:rPr b="1" lang="zh-TW" sz="8000">
                <a:solidFill>
                  <a:schemeClr val="dk1"/>
                </a:solidFill>
                <a:latin typeface="Microsoft JhengHei"/>
                <a:ea typeface="Microsoft JhengHei"/>
                <a:cs typeface="Microsoft JhengHei"/>
                <a:sym typeface="Microsoft JhengHei"/>
              </a:rPr>
              <a:t>偵測到陽光過亮時，便會開起遮雨棚遮陽</a:t>
            </a:r>
            <a:endParaRPr b="1" sz="8000">
              <a:solidFill>
                <a:schemeClr val="dk1"/>
              </a:solidFill>
              <a:latin typeface="Microsoft JhengHei"/>
              <a:ea typeface="Microsoft JhengHei"/>
              <a:cs typeface="Microsoft JhengHei"/>
              <a:sym typeface="Microsoft JhengHei"/>
            </a:endParaRPr>
          </a:p>
          <a:p>
            <a:pPr indent="-736600" lvl="0" marL="457200" rtl="0" algn="l">
              <a:lnSpc>
                <a:spcPct val="115000"/>
              </a:lnSpc>
              <a:spcBef>
                <a:spcPts val="0"/>
              </a:spcBef>
              <a:spcAft>
                <a:spcPts val="0"/>
              </a:spcAft>
              <a:buClr>
                <a:schemeClr val="dk1"/>
              </a:buClr>
              <a:buSzPts val="8000"/>
              <a:buFont typeface="Microsoft JhengHei"/>
              <a:buChar char="●"/>
            </a:pPr>
            <a:r>
              <a:rPr b="1" lang="zh-TW" sz="8000">
                <a:solidFill>
                  <a:schemeClr val="dk1"/>
                </a:solidFill>
                <a:latin typeface="Microsoft JhengHei"/>
                <a:ea typeface="Microsoft JhengHei"/>
                <a:cs typeface="Microsoft JhengHei"/>
                <a:sym typeface="Microsoft JhengHei"/>
              </a:rPr>
              <a:t>若</a:t>
            </a:r>
            <a:r>
              <a:rPr b="1" lang="zh-TW" sz="8000">
                <a:solidFill>
                  <a:schemeClr val="dk1"/>
                </a:solidFill>
                <a:latin typeface="Microsoft JhengHei"/>
                <a:ea typeface="Microsoft JhengHei"/>
                <a:cs typeface="Microsoft JhengHei"/>
                <a:sym typeface="Microsoft JhengHei"/>
              </a:rPr>
              <a:t>光敏電阻</a:t>
            </a:r>
            <a:r>
              <a:rPr b="1" lang="zh-TW" sz="8000">
                <a:solidFill>
                  <a:schemeClr val="dk1"/>
                </a:solidFill>
                <a:latin typeface="Microsoft JhengHei"/>
                <a:ea typeface="Microsoft JhengHei"/>
                <a:cs typeface="Microsoft JhengHei"/>
                <a:sym typeface="Microsoft JhengHei"/>
              </a:rPr>
              <a:t>光線過低，則會啟動LED照明的功能。</a:t>
            </a:r>
            <a:endParaRPr b="1" sz="8000">
              <a:solidFill>
                <a:schemeClr val="dk1"/>
              </a:solidFill>
              <a:latin typeface="Microsoft JhengHei"/>
              <a:ea typeface="Microsoft JhengHei"/>
              <a:cs typeface="Microsoft JhengHei"/>
              <a:sym typeface="Microsoft JhengHei"/>
            </a:endParaRPr>
          </a:p>
          <a:p>
            <a:pPr indent="0" lvl="0" marL="457200" rtl="0" algn="l">
              <a:lnSpc>
                <a:spcPct val="115000"/>
              </a:lnSpc>
              <a:spcBef>
                <a:spcPts val="0"/>
              </a:spcBef>
              <a:spcAft>
                <a:spcPts val="0"/>
              </a:spcAft>
              <a:buNone/>
            </a:pPr>
            <a:r>
              <a:t/>
            </a:r>
            <a:endParaRPr b="1" sz="8000">
              <a:solidFill>
                <a:schemeClr val="dk1"/>
              </a:solidFill>
              <a:latin typeface="Microsoft JhengHei"/>
              <a:ea typeface="Microsoft JhengHei"/>
              <a:cs typeface="Microsoft JhengHei"/>
              <a:sym typeface="Microsoft JhengHei"/>
            </a:endParaRPr>
          </a:p>
          <a:p>
            <a:pPr indent="0" lvl="0" marL="457200" rtl="0" algn="l">
              <a:lnSpc>
                <a:spcPct val="115000"/>
              </a:lnSpc>
              <a:spcBef>
                <a:spcPts val="0"/>
              </a:spcBef>
              <a:spcAft>
                <a:spcPts val="0"/>
              </a:spcAft>
              <a:buNone/>
            </a:pPr>
            <a:r>
              <a:t/>
            </a:r>
            <a:endParaRPr b="1" sz="8000">
              <a:solidFill>
                <a:schemeClr val="dk1"/>
              </a:solidFill>
              <a:latin typeface="Microsoft JhengHei"/>
              <a:ea typeface="Microsoft JhengHei"/>
              <a:cs typeface="Microsoft JhengHei"/>
              <a:sym typeface="Microsoft JhengHei"/>
            </a:endParaRPr>
          </a:p>
        </p:txBody>
      </p:sp>
      <p:sp>
        <p:nvSpPr>
          <p:cNvPr id="95" name="Google Shape;95;p1"/>
          <p:cNvSpPr/>
          <p:nvPr/>
        </p:nvSpPr>
        <p:spPr>
          <a:xfrm>
            <a:off x="8450050" y="342899"/>
            <a:ext cx="9768000" cy="1487100"/>
          </a:xfrm>
          <a:prstGeom prst="roundRect">
            <a:avLst>
              <a:gd fmla="val 16667" name="adj"/>
            </a:avLst>
          </a:prstGeom>
          <a:solidFill>
            <a:schemeClr val="lt1"/>
          </a:solidFill>
          <a:ln cap="flat" cmpd="sng" w="76200">
            <a:solidFill>
              <a:srgbClr val="F4B08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zh-TW" sz="9600">
                <a:solidFill>
                  <a:schemeClr val="dk1"/>
                </a:solidFill>
                <a:latin typeface="Microsoft JhengHei"/>
                <a:ea typeface="Microsoft JhengHei"/>
                <a:cs typeface="Microsoft JhengHei"/>
                <a:sym typeface="Microsoft JhengHei"/>
              </a:rPr>
              <a:t>作品</a:t>
            </a:r>
            <a:r>
              <a:rPr b="1" lang="zh-TW" sz="9600">
                <a:solidFill>
                  <a:schemeClr val="dk1"/>
                </a:solidFill>
                <a:latin typeface="Microsoft JhengHei"/>
                <a:ea typeface="Microsoft JhengHei"/>
                <a:cs typeface="Microsoft JhengHei"/>
                <a:sym typeface="Microsoft JhengHei"/>
              </a:rPr>
              <a:t>功能</a:t>
            </a:r>
            <a:endParaRPr b="1" sz="9600">
              <a:solidFill>
                <a:schemeClr val="dk1"/>
              </a:solidFill>
              <a:latin typeface="Microsoft JhengHei"/>
              <a:ea typeface="Microsoft JhengHei"/>
              <a:cs typeface="Microsoft JhengHei"/>
              <a:sym typeface="Microsoft JhengHei"/>
            </a:endParaRPr>
          </a:p>
        </p:txBody>
      </p:sp>
      <p:sp>
        <p:nvSpPr>
          <p:cNvPr id="96" name="Google Shape;96;p1"/>
          <p:cNvSpPr/>
          <p:nvPr/>
        </p:nvSpPr>
        <p:spPr>
          <a:xfrm>
            <a:off x="8145400" y="21315285"/>
            <a:ext cx="9768000" cy="1893300"/>
          </a:xfrm>
          <a:prstGeom prst="roundRect">
            <a:avLst>
              <a:gd fmla="val 16667" name="adj"/>
            </a:avLst>
          </a:prstGeom>
          <a:solidFill>
            <a:schemeClr val="lt1"/>
          </a:solidFill>
          <a:ln cap="flat" cmpd="sng" w="76200">
            <a:solidFill>
              <a:srgbClr val="F4B08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zh-TW" sz="9600">
                <a:solidFill>
                  <a:schemeClr val="dk1"/>
                </a:solidFill>
                <a:latin typeface="Microsoft JhengHei"/>
                <a:ea typeface="Microsoft JhengHei"/>
                <a:cs typeface="Microsoft JhengHei"/>
                <a:sym typeface="Microsoft JhengHei"/>
              </a:rPr>
              <a:t>作品</a:t>
            </a:r>
            <a:r>
              <a:rPr b="1" lang="zh-TW" sz="9600">
                <a:solidFill>
                  <a:schemeClr val="dk1"/>
                </a:solidFill>
                <a:latin typeface="Microsoft JhengHei"/>
                <a:ea typeface="Microsoft JhengHei"/>
                <a:cs typeface="Microsoft JhengHei"/>
                <a:sym typeface="Microsoft JhengHei"/>
              </a:rPr>
              <a:t>優點</a:t>
            </a:r>
            <a:endParaRPr b="1" sz="9600">
              <a:solidFill>
                <a:schemeClr val="dk1"/>
              </a:solidFill>
              <a:latin typeface="Microsoft JhengHei"/>
              <a:ea typeface="Microsoft JhengHei"/>
              <a:cs typeface="Microsoft JhengHei"/>
              <a:sym typeface="Microsoft JhengHei"/>
            </a:endParaRPr>
          </a:p>
        </p:txBody>
      </p:sp>
      <p:sp>
        <p:nvSpPr>
          <p:cNvPr id="97" name="Google Shape;97;p1"/>
          <p:cNvSpPr txBox="1"/>
          <p:nvPr/>
        </p:nvSpPr>
        <p:spPr>
          <a:xfrm>
            <a:off x="1001575" y="23653038"/>
            <a:ext cx="25998600" cy="8496600"/>
          </a:xfrm>
          <a:prstGeom prst="rect">
            <a:avLst/>
          </a:prstGeom>
          <a:noFill/>
          <a:ln>
            <a:noFill/>
          </a:ln>
        </p:spPr>
        <p:txBody>
          <a:bodyPr anchorCtr="0" anchor="t" bIns="91425" lIns="91425" spcFirstLastPara="1" rIns="91425" wrap="square" tIns="91425">
            <a:spAutoFit/>
          </a:bodyPr>
          <a:lstStyle/>
          <a:p>
            <a:pPr indent="-736600" lvl="0" marL="457200" rtl="0" algn="l">
              <a:lnSpc>
                <a:spcPct val="115000"/>
              </a:lnSpc>
              <a:spcBef>
                <a:spcPts val="0"/>
              </a:spcBef>
              <a:spcAft>
                <a:spcPts val="0"/>
              </a:spcAft>
              <a:buClr>
                <a:schemeClr val="dk1"/>
              </a:buClr>
              <a:buSzPts val="8000"/>
              <a:buFont typeface="Microsoft JhengHei"/>
              <a:buChar char="●"/>
            </a:pPr>
            <a:r>
              <a:rPr b="1" lang="zh-TW" sz="8000">
                <a:solidFill>
                  <a:schemeClr val="dk1"/>
                </a:solidFill>
                <a:latin typeface="Microsoft JhengHei"/>
                <a:ea typeface="Microsoft JhengHei"/>
                <a:cs typeface="Microsoft JhengHei"/>
                <a:sym typeface="Microsoft JhengHei"/>
              </a:rPr>
              <a:t>整體的運行不會受時間影響，即使是半夜12點，遮雨棚仍會照常運行，可以讓使用者減少開關遮雨棚時所造成不必要的麻煩。</a:t>
            </a:r>
            <a:endParaRPr b="1" sz="8000">
              <a:solidFill>
                <a:schemeClr val="dk1"/>
              </a:solidFill>
              <a:latin typeface="Microsoft JhengHei"/>
              <a:ea typeface="Microsoft JhengHei"/>
              <a:cs typeface="Microsoft JhengHei"/>
              <a:sym typeface="Microsoft JhengHei"/>
            </a:endParaRPr>
          </a:p>
          <a:p>
            <a:pPr indent="-736600" lvl="0" marL="457200" rtl="0" algn="l">
              <a:lnSpc>
                <a:spcPct val="115000"/>
              </a:lnSpc>
              <a:spcBef>
                <a:spcPts val="0"/>
              </a:spcBef>
              <a:spcAft>
                <a:spcPts val="0"/>
              </a:spcAft>
              <a:buClr>
                <a:schemeClr val="dk1"/>
              </a:buClr>
              <a:buSzPts val="8000"/>
              <a:buFont typeface="Microsoft JhengHei"/>
              <a:buChar char="●"/>
            </a:pPr>
            <a:r>
              <a:rPr b="1" lang="zh-TW" sz="8000">
                <a:solidFill>
                  <a:schemeClr val="dk1"/>
                </a:solidFill>
                <a:latin typeface="Microsoft JhengHei"/>
                <a:ea typeface="Microsoft JhengHei"/>
                <a:cs typeface="Microsoft JhengHei"/>
                <a:sym typeface="Microsoft JhengHei"/>
              </a:rPr>
              <a:t>光線上也</a:t>
            </a:r>
            <a:r>
              <a:rPr b="1" lang="zh-TW" sz="8000">
                <a:solidFill>
                  <a:schemeClr val="dk1"/>
                </a:solidFill>
                <a:latin typeface="Microsoft JhengHei"/>
                <a:ea typeface="Microsoft JhengHei"/>
                <a:cs typeface="Microsoft JhengHei"/>
                <a:sym typeface="Microsoft JhengHei"/>
              </a:rPr>
              <a:t>有做出相對應的對策，在夜晚光線不足時，LED燈提供了充足的照明，讓使用者再也不用擔心陽台外婆的安危。</a:t>
            </a:r>
            <a:endParaRPr b="1" sz="8000">
              <a:solidFill>
                <a:schemeClr val="dk1"/>
              </a:solidFill>
              <a:latin typeface="Microsoft JhengHei"/>
              <a:ea typeface="Microsoft JhengHei"/>
              <a:cs typeface="Microsoft JhengHei"/>
              <a:sym typeface="Microsoft JhengHei"/>
            </a:endParaRPr>
          </a:p>
        </p:txBody>
      </p:sp>
      <p:sp>
        <p:nvSpPr>
          <p:cNvPr id="98" name="Google Shape;98;p1"/>
          <p:cNvSpPr/>
          <p:nvPr/>
        </p:nvSpPr>
        <p:spPr>
          <a:xfrm>
            <a:off x="8754700" y="31023049"/>
            <a:ext cx="9158700" cy="1893300"/>
          </a:xfrm>
          <a:prstGeom prst="roundRect">
            <a:avLst>
              <a:gd fmla="val 16667" name="adj"/>
            </a:avLst>
          </a:prstGeom>
          <a:solidFill>
            <a:schemeClr val="lt1"/>
          </a:solidFill>
          <a:ln cap="flat" cmpd="sng" w="76200">
            <a:solidFill>
              <a:srgbClr val="F4B08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zh-TW" sz="9600">
                <a:solidFill>
                  <a:schemeClr val="dk1"/>
                </a:solidFill>
                <a:latin typeface="Microsoft JhengHei"/>
                <a:ea typeface="Microsoft JhengHei"/>
                <a:cs typeface="Microsoft JhengHei"/>
                <a:sym typeface="Microsoft JhengHei"/>
              </a:rPr>
              <a:t>作品</a:t>
            </a:r>
            <a:r>
              <a:rPr b="1" lang="zh-TW" sz="9600">
                <a:solidFill>
                  <a:schemeClr val="dk1"/>
                </a:solidFill>
                <a:latin typeface="Microsoft JhengHei"/>
                <a:ea typeface="Microsoft JhengHei"/>
                <a:cs typeface="Microsoft JhengHei"/>
                <a:sym typeface="Microsoft JhengHei"/>
              </a:rPr>
              <a:t>流程圖</a:t>
            </a:r>
            <a:endParaRPr b="1" sz="9600">
              <a:solidFill>
                <a:schemeClr val="dk1"/>
              </a:solidFill>
              <a:latin typeface="Microsoft JhengHei"/>
              <a:ea typeface="Microsoft JhengHei"/>
              <a:cs typeface="Microsoft JhengHei"/>
              <a:sym typeface="Microsoft JhengHei"/>
            </a:endParaRPr>
          </a:p>
        </p:txBody>
      </p:sp>
      <p:pic>
        <p:nvPicPr>
          <p:cNvPr id="99" name="Google Shape;99;p1"/>
          <p:cNvPicPr preferRelativeResize="0"/>
          <p:nvPr/>
        </p:nvPicPr>
        <p:blipFill>
          <a:blip r:embed="rId4">
            <a:alphaModFix/>
          </a:blip>
          <a:stretch>
            <a:fillRect/>
          </a:stretch>
        </p:blipFill>
        <p:spPr>
          <a:xfrm>
            <a:off x="8450050" y="33169687"/>
            <a:ext cx="9767999" cy="94423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佈景主題">
  <a:themeElements>
    <a:clrScheme name="Office 佈景主題">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2022-04-17T14:11:50Z</dcterms:created>
  <dc:creator>jawei</dc:creator>
</cp:coreProperties>
</file>