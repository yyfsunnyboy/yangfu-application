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43200625" cx="233997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6" roundtripDataSignature="AMtx7mjvdgR0cMpKlRM0Bb3UTFKYVmkW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754981" y="7070108"/>
            <a:ext cx="19889788" cy="150402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54"/>
              <a:buFont typeface="Calibri"/>
              <a:buNone/>
              <a:defRPr sz="15353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2924969" y="22690338"/>
            <a:ext cx="17549813" cy="10430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2559"/>
              </a:spcBef>
              <a:spcAft>
                <a:spcPts val="0"/>
              </a:spcAft>
              <a:buClr>
                <a:schemeClr val="dk1"/>
              </a:buClr>
              <a:buSzPts val="6142"/>
              <a:buNone/>
              <a:defRPr sz="6142"/>
            </a:lvl1pPr>
            <a:lvl2pPr lvl="1" algn="ctr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5118"/>
              <a:buNone/>
              <a:defRPr sz="5118"/>
            </a:lvl2pPr>
            <a:lvl3pPr lvl="2" algn="ctr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606"/>
              <a:buNone/>
              <a:defRPr sz="4606"/>
            </a:lvl3pPr>
            <a:lvl4pPr lvl="3" algn="ctr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sz="4093"/>
            </a:lvl4pPr>
            <a:lvl5pPr lvl="4" algn="ctr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sz="4093"/>
            </a:lvl5pPr>
            <a:lvl6pPr lvl="5" algn="ctr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sz="4093"/>
            </a:lvl6pPr>
            <a:lvl7pPr lvl="6" algn="ctr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sz="4093"/>
            </a:lvl7pPr>
            <a:lvl8pPr lvl="7" algn="ctr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sz="4093"/>
            </a:lvl8pPr>
            <a:lvl9pPr lvl="8" algn="ctr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sz="4093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160873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7751167" y="40040601"/>
            <a:ext cx="789741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652607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1608733" y="2300044"/>
            <a:ext cx="20182284" cy="8350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608733" y="11500170"/>
            <a:ext cx="20182284" cy="27410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160873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7751167" y="40040601"/>
            <a:ext cx="789741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1652607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1596547" y="10770172"/>
            <a:ext cx="20182284" cy="17970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54"/>
              <a:buFont typeface="Calibri"/>
              <a:buNone/>
              <a:defRPr sz="15353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1596547" y="28910440"/>
            <a:ext cx="20182284" cy="9450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559"/>
              </a:spcBef>
              <a:spcAft>
                <a:spcPts val="0"/>
              </a:spcAft>
              <a:buClr>
                <a:schemeClr val="dk1"/>
              </a:buClr>
              <a:buSzPts val="6142"/>
              <a:buNone/>
              <a:defRPr sz="6142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rgbClr val="888888"/>
              </a:buClr>
              <a:buSzPts val="5118"/>
              <a:buNone/>
              <a:defRPr sz="5118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rgbClr val="888888"/>
              </a:buClr>
              <a:buSzPts val="4606"/>
              <a:buNone/>
              <a:defRPr sz="4606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rgbClr val="888888"/>
              </a:buClr>
              <a:buSzPts val="4094"/>
              <a:buNone/>
              <a:defRPr sz="4093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rgbClr val="888888"/>
              </a:buClr>
              <a:buSzPts val="4094"/>
              <a:buNone/>
              <a:defRPr sz="4093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rgbClr val="888888"/>
              </a:buClr>
              <a:buSzPts val="4094"/>
              <a:buNone/>
              <a:defRPr sz="4093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rgbClr val="888888"/>
              </a:buClr>
              <a:buSzPts val="4094"/>
              <a:buNone/>
              <a:defRPr sz="4093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rgbClr val="888888"/>
              </a:buClr>
              <a:buSzPts val="4094"/>
              <a:buNone/>
              <a:defRPr sz="4093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rgbClr val="888888"/>
              </a:buClr>
              <a:buSzPts val="4094"/>
              <a:buNone/>
              <a:defRPr sz="4093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160873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7751167" y="40040601"/>
            <a:ext cx="789741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652607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1608733" y="2300044"/>
            <a:ext cx="20182284" cy="8350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1608733" y="11500170"/>
            <a:ext cx="9944894" cy="27410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11846123" y="11500170"/>
            <a:ext cx="9944894" cy="27410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160873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7751167" y="40040601"/>
            <a:ext cx="789741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1652607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對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1611781" y="2300044"/>
            <a:ext cx="20182284" cy="8350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1611783" y="10590160"/>
            <a:ext cx="9899190" cy="51900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559"/>
              </a:spcBef>
              <a:spcAft>
                <a:spcPts val="0"/>
              </a:spcAft>
              <a:buClr>
                <a:schemeClr val="dk1"/>
              </a:buClr>
              <a:buSzPts val="6142"/>
              <a:buNone/>
              <a:defRPr b="1" sz="6142"/>
            </a:lvl1pPr>
            <a:lvl2pPr indent="-228600" lvl="1" marL="914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5118"/>
              <a:buNone/>
              <a:defRPr b="1" sz="5118"/>
            </a:lvl2pPr>
            <a:lvl3pPr indent="-228600" lvl="2" marL="1371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606"/>
              <a:buNone/>
              <a:defRPr b="1" sz="4606"/>
            </a:lvl3pPr>
            <a:lvl4pPr indent="-228600" lvl="3" marL="1828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b="1" sz="4093"/>
            </a:lvl4pPr>
            <a:lvl5pPr indent="-228600" lvl="4" marL="22860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b="1" sz="4093"/>
            </a:lvl5pPr>
            <a:lvl6pPr indent="-228600" lvl="5" marL="27432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b="1" sz="4093"/>
            </a:lvl6pPr>
            <a:lvl7pPr indent="-228600" lvl="6" marL="3200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b="1" sz="4093"/>
            </a:lvl7pPr>
            <a:lvl8pPr indent="-228600" lvl="7" marL="3657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b="1" sz="4093"/>
            </a:lvl8pPr>
            <a:lvl9pPr indent="-228600" lvl="8" marL="4114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b="1" sz="4093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1611783" y="15780233"/>
            <a:ext cx="9899190" cy="232103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11846124" y="10590160"/>
            <a:ext cx="9947942" cy="51900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559"/>
              </a:spcBef>
              <a:spcAft>
                <a:spcPts val="0"/>
              </a:spcAft>
              <a:buClr>
                <a:schemeClr val="dk1"/>
              </a:buClr>
              <a:buSzPts val="6142"/>
              <a:buNone/>
              <a:defRPr b="1" sz="6142"/>
            </a:lvl1pPr>
            <a:lvl2pPr indent="-228600" lvl="1" marL="914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5118"/>
              <a:buNone/>
              <a:defRPr b="1" sz="5118"/>
            </a:lvl2pPr>
            <a:lvl3pPr indent="-228600" lvl="2" marL="1371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606"/>
              <a:buNone/>
              <a:defRPr b="1" sz="4606"/>
            </a:lvl3pPr>
            <a:lvl4pPr indent="-228600" lvl="3" marL="1828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b="1" sz="4093"/>
            </a:lvl4pPr>
            <a:lvl5pPr indent="-228600" lvl="4" marL="22860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b="1" sz="4093"/>
            </a:lvl5pPr>
            <a:lvl6pPr indent="-228600" lvl="5" marL="27432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b="1" sz="4093"/>
            </a:lvl6pPr>
            <a:lvl7pPr indent="-228600" lvl="6" marL="3200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b="1" sz="4093"/>
            </a:lvl7pPr>
            <a:lvl8pPr indent="-228600" lvl="7" marL="3657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b="1" sz="4093"/>
            </a:lvl8pPr>
            <a:lvl9pPr indent="-228600" lvl="8" marL="4114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b="1" sz="4093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11846124" y="15780233"/>
            <a:ext cx="9947942" cy="232103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160873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7751167" y="40040601"/>
            <a:ext cx="789741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1652607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1608733" y="2300044"/>
            <a:ext cx="20182284" cy="8350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160873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7751167" y="40040601"/>
            <a:ext cx="789741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1652607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160873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7751167" y="40040601"/>
            <a:ext cx="789741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1652607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1611781" y="2880042"/>
            <a:ext cx="7547028" cy="100801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89"/>
              <a:buFont typeface="Calibri"/>
              <a:buNone/>
              <a:defRPr sz="818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9947942" y="6220102"/>
            <a:ext cx="11846123" cy="30700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748601" lvl="0" marL="457200" algn="l">
              <a:lnSpc>
                <a:spcPct val="90000"/>
              </a:lnSpc>
              <a:spcBef>
                <a:spcPts val="2559"/>
              </a:spcBef>
              <a:spcAft>
                <a:spcPts val="0"/>
              </a:spcAft>
              <a:buClr>
                <a:schemeClr val="dk1"/>
              </a:buClr>
              <a:buSzPts val="8189"/>
              <a:buChar char="•"/>
              <a:defRPr sz="8189"/>
            </a:lvl1pPr>
            <a:lvl2pPr indent="-683577" lvl="1" marL="914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7165"/>
              <a:buChar char="•"/>
              <a:defRPr sz="7165"/>
            </a:lvl2pPr>
            <a:lvl3pPr indent="-618617" lvl="2" marL="1371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6142"/>
              <a:buChar char="•"/>
              <a:defRPr sz="6142"/>
            </a:lvl3pPr>
            <a:lvl4pPr indent="-553592" lvl="3" marL="1828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5118"/>
              <a:buChar char="•"/>
              <a:defRPr sz="5118"/>
            </a:lvl4pPr>
            <a:lvl5pPr indent="-553592" lvl="4" marL="22860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5118"/>
              <a:buChar char="•"/>
              <a:defRPr sz="5118"/>
            </a:lvl5pPr>
            <a:lvl6pPr indent="-553592" lvl="5" marL="27432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5118"/>
              <a:buChar char="•"/>
              <a:defRPr sz="5118"/>
            </a:lvl6pPr>
            <a:lvl7pPr indent="-553592" lvl="6" marL="3200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5118"/>
              <a:buChar char="•"/>
              <a:defRPr sz="5118"/>
            </a:lvl7pPr>
            <a:lvl8pPr indent="-553592" lvl="7" marL="3657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5118"/>
              <a:buChar char="•"/>
              <a:defRPr sz="5118"/>
            </a:lvl8pPr>
            <a:lvl9pPr indent="-553592" lvl="8" marL="4114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5118"/>
              <a:buChar char="•"/>
              <a:defRPr sz="5118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1611781" y="12960191"/>
            <a:ext cx="7547028" cy="24010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559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sz="4093"/>
            </a:lvl1pPr>
            <a:lvl2pPr indent="-228600" lvl="1" marL="914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3583"/>
              <a:buNone/>
              <a:defRPr sz="3583"/>
            </a:lvl2pPr>
            <a:lvl3pPr indent="-228600" lvl="2" marL="1371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3071"/>
              <a:buNone/>
              <a:defRPr sz="3071"/>
            </a:lvl3pPr>
            <a:lvl4pPr indent="-228600" lvl="3" marL="1828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2559"/>
              <a:buNone/>
              <a:defRPr sz="2559"/>
            </a:lvl4pPr>
            <a:lvl5pPr indent="-228600" lvl="4" marL="22860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2559"/>
              <a:buNone/>
              <a:defRPr sz="2559"/>
            </a:lvl5pPr>
            <a:lvl6pPr indent="-228600" lvl="5" marL="27432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2559"/>
              <a:buNone/>
              <a:defRPr sz="2559"/>
            </a:lvl6pPr>
            <a:lvl7pPr indent="-228600" lvl="6" marL="3200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2559"/>
              <a:buNone/>
              <a:defRPr sz="2559"/>
            </a:lvl7pPr>
            <a:lvl8pPr indent="-228600" lvl="7" marL="3657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2559"/>
              <a:buNone/>
              <a:defRPr sz="2559"/>
            </a:lvl8pPr>
            <a:lvl9pPr indent="-228600" lvl="8" marL="4114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2559"/>
              <a:buNone/>
              <a:defRPr sz="2559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160873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7751167" y="40040601"/>
            <a:ext cx="789741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1652607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1611781" y="2880042"/>
            <a:ext cx="7547028" cy="100801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89"/>
              <a:buFont typeface="Calibri"/>
              <a:buNone/>
              <a:defRPr sz="818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9947942" y="6220102"/>
            <a:ext cx="11846123" cy="30700453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1611781" y="12960191"/>
            <a:ext cx="7547028" cy="24010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559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sz="4093"/>
            </a:lvl1pPr>
            <a:lvl2pPr indent="-228600" lvl="1" marL="914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3583"/>
              <a:buNone/>
              <a:defRPr sz="3583"/>
            </a:lvl2pPr>
            <a:lvl3pPr indent="-228600" lvl="2" marL="1371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3071"/>
              <a:buNone/>
              <a:defRPr sz="3071"/>
            </a:lvl3pPr>
            <a:lvl4pPr indent="-228600" lvl="3" marL="1828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2559"/>
              <a:buNone/>
              <a:defRPr sz="2559"/>
            </a:lvl4pPr>
            <a:lvl5pPr indent="-228600" lvl="4" marL="22860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2559"/>
              <a:buNone/>
              <a:defRPr sz="2559"/>
            </a:lvl5pPr>
            <a:lvl6pPr indent="-228600" lvl="5" marL="27432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2559"/>
              <a:buNone/>
              <a:defRPr sz="2559"/>
            </a:lvl6pPr>
            <a:lvl7pPr indent="-228600" lvl="6" marL="3200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2559"/>
              <a:buNone/>
              <a:defRPr sz="2559"/>
            </a:lvl7pPr>
            <a:lvl8pPr indent="-228600" lvl="7" marL="3657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2559"/>
              <a:buNone/>
              <a:defRPr sz="2559"/>
            </a:lvl8pPr>
            <a:lvl9pPr indent="-228600" lvl="8" marL="4114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2559"/>
              <a:buNone/>
              <a:defRPr sz="2559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160873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7751167" y="40040601"/>
            <a:ext cx="789741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1652607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1608733" y="2300044"/>
            <a:ext cx="20182284" cy="8350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-2005329" y="15114232"/>
            <a:ext cx="27410408" cy="201822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160873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7751167" y="40040601"/>
            <a:ext cx="789741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1652607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962960" y="18082521"/>
            <a:ext cx="36610544" cy="5045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9274430" y="13183198"/>
            <a:ext cx="36610544" cy="14844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160873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7751167" y="40040601"/>
            <a:ext cx="789741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1652607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1608733" y="2300044"/>
            <a:ext cx="20182284" cy="8350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60"/>
              <a:buFont typeface="Calibri"/>
              <a:buNone/>
              <a:defRPr b="0" i="0" sz="112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1608733" y="11500170"/>
            <a:ext cx="20182284" cy="27410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83577" lvl="0" marL="457200" marR="0" rtl="0" algn="l">
              <a:lnSpc>
                <a:spcPct val="90000"/>
              </a:lnSpc>
              <a:spcBef>
                <a:spcPts val="2559"/>
              </a:spcBef>
              <a:spcAft>
                <a:spcPts val="0"/>
              </a:spcAft>
              <a:buClr>
                <a:schemeClr val="dk1"/>
              </a:buClr>
              <a:buSzPts val="7165"/>
              <a:buFont typeface="Arial"/>
              <a:buChar char="•"/>
              <a:defRPr b="0" i="0" sz="716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618617" lvl="1" marL="914400" marR="0" rtl="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6142"/>
              <a:buFont typeface="Arial"/>
              <a:buChar char="•"/>
              <a:defRPr b="0" i="0" sz="614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53592" lvl="2" marL="1371600" marR="0" rtl="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5118"/>
              <a:buFont typeface="Arial"/>
              <a:buChar char="•"/>
              <a:defRPr b="0" i="0" sz="511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521081" lvl="3" marL="1828800" marR="0" rtl="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606"/>
              <a:buFont typeface="Arial"/>
              <a:buChar char="•"/>
              <a:defRPr b="0" i="0" sz="460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21081" lvl="4" marL="2286000" marR="0" rtl="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606"/>
              <a:buFont typeface="Arial"/>
              <a:buChar char="•"/>
              <a:defRPr b="0" i="0" sz="460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21081" lvl="5" marL="2743200" marR="0" rtl="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606"/>
              <a:buFont typeface="Arial"/>
              <a:buChar char="•"/>
              <a:defRPr b="0" i="0" sz="460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521081" lvl="6" marL="3200400" marR="0" rtl="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606"/>
              <a:buFont typeface="Arial"/>
              <a:buChar char="•"/>
              <a:defRPr b="0" i="0" sz="460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21081" lvl="7" marL="3657600" marR="0" rtl="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606"/>
              <a:buFont typeface="Arial"/>
              <a:buChar char="•"/>
              <a:defRPr b="0" i="0" sz="460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521081" lvl="8" marL="4114800" marR="0" rtl="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606"/>
              <a:buFont typeface="Arial"/>
              <a:buChar char="•"/>
              <a:defRPr b="0" i="0" sz="460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160873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7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7751167" y="40040601"/>
            <a:ext cx="789741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7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1652607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307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307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307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307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307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307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307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307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307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73594" l="0" r="0" t="1678"/>
          <a:stretch/>
        </p:blipFill>
        <p:spPr>
          <a:xfrm rot="5400000">
            <a:off x="-9900443" y="9900443"/>
            <a:ext cx="43200636" cy="233997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7742950" y="10783097"/>
            <a:ext cx="9762000" cy="1995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F4B08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9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作品程式</a:t>
            </a:r>
            <a:endParaRPr b="1" i="0" sz="96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" y="3252250"/>
            <a:ext cx="23399749" cy="399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Office 佈景主題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2022-04-17T14:11:50Z</dcterms:created>
  <dc:creator>jawei</dc:creator>
</cp:coreProperties>
</file>