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7200900" cx="270033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68">
          <p15:clr>
            <a:srgbClr val="A4A3A4"/>
          </p15:clr>
        </p15:guide>
        <p15:guide id="2" pos="8505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7" roundtripDataSignature="AMtx7mgcwugr5pVsLFeNJLgI2rK5HcjD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68" orient="horz"/>
        <p:guide pos="850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3000375" y="685800"/>
            <a:ext cx="12858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-3000375" y="685800"/>
            <a:ext cx="12858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0" type="dt"/>
          </p:nvPr>
        </p:nvSpPr>
        <p:spPr>
          <a:xfrm>
            <a:off x="135016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9226153" y="6674168"/>
            <a:ext cx="8551069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1935241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2025253" y="2236947"/>
            <a:ext cx="22952869" cy="1543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4050506" y="4080510"/>
            <a:ext cx="18902363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97725" lIns="195450" spcFirstLastPara="1" rIns="195450" wrap="square" tIns="97725">
            <a:normAutofit/>
          </a:bodyPr>
          <a:lstStyle>
            <a:lvl1pPr lvl="0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6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Clr>
                <a:srgbClr val="888888"/>
              </a:buClr>
              <a:buSzPts val="51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135016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9226153" y="6674168"/>
            <a:ext cx="8551069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935241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1350169" y="288370"/>
            <a:ext cx="2430303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1350169" y="1680211"/>
            <a:ext cx="24303038" cy="4752261"/>
          </a:xfrm>
          <a:prstGeom prst="rect">
            <a:avLst/>
          </a:prstGeom>
          <a:noFill/>
          <a:ln>
            <a:noFill/>
          </a:ln>
        </p:spPr>
        <p:txBody>
          <a:bodyPr anchorCtr="0" anchor="t" bIns="97725" lIns="195450" spcFirstLastPara="1" rIns="195450" wrap="square" tIns="977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135016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9226153" y="6674168"/>
            <a:ext cx="8551069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1935241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2133080" y="4627245"/>
            <a:ext cx="22952869" cy="1430179"/>
          </a:xfrm>
          <a:prstGeom prst="rect">
            <a:avLst/>
          </a:prstGeom>
          <a:noFill/>
          <a:ln>
            <a:noFill/>
          </a:ln>
        </p:spPr>
        <p:txBody>
          <a:bodyPr anchorCtr="0" anchor="t" bIns="97725" lIns="195450" spcFirstLastPara="1" rIns="195450" wrap="square" tIns="97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Calibri"/>
              <a:buNone/>
              <a:defRPr b="1" sz="86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2133080" y="3052049"/>
            <a:ext cx="22952869" cy="1575196"/>
          </a:xfrm>
          <a:prstGeom prst="rect">
            <a:avLst/>
          </a:prstGeom>
          <a:noFill/>
          <a:ln>
            <a:noFill/>
          </a:ln>
        </p:spPr>
        <p:txBody>
          <a:bodyPr anchorCtr="0" anchor="b" bIns="97725" lIns="195450" spcFirstLastPara="1" rIns="195450" wrap="square" tIns="97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 sz="43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 sz="3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3400"/>
              <a:buNone/>
              <a:defRPr sz="3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135016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1" type="ftr"/>
          </p:nvPr>
        </p:nvSpPr>
        <p:spPr>
          <a:xfrm>
            <a:off x="9226153" y="6674168"/>
            <a:ext cx="8551069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1935241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1350169" y="288370"/>
            <a:ext cx="2430303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1350169" y="1680211"/>
            <a:ext cx="11926491" cy="4752261"/>
          </a:xfrm>
          <a:prstGeom prst="rect">
            <a:avLst/>
          </a:prstGeom>
          <a:noFill/>
          <a:ln>
            <a:noFill/>
          </a:ln>
        </p:spPr>
        <p:txBody>
          <a:bodyPr anchorCtr="0" anchor="t" bIns="97725" lIns="195450" spcFirstLastPara="1" rIns="195450" wrap="square" tIns="97725">
            <a:normAutofit/>
          </a:bodyPr>
          <a:lstStyle>
            <a:lvl1pPr indent="-609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1pPr>
            <a:lvl2pPr indent="-552450" lvl="1" marL="914400" algn="l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Clr>
                <a:schemeClr val="dk1"/>
              </a:buClr>
              <a:buSzPts val="5100"/>
              <a:buChar char="–"/>
              <a:defRPr sz="5100"/>
            </a:lvl2pPr>
            <a:lvl3pPr indent="-501650" lvl="2" marL="1371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3pPr>
            <a:lvl4pPr indent="-469900" lvl="3" marL="18288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–"/>
              <a:defRPr sz="3800"/>
            </a:lvl4pPr>
            <a:lvl5pPr indent="-469900" lvl="4" marL="22860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»"/>
              <a:defRPr sz="3800"/>
            </a:lvl5pPr>
            <a:lvl6pPr indent="-469900" lvl="5" marL="27432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6pPr>
            <a:lvl7pPr indent="-469900" lvl="6" marL="32004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7pPr>
            <a:lvl8pPr indent="-469900" lvl="7" marL="36576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8pPr>
            <a:lvl9pPr indent="-469900" lvl="8" marL="41148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13726715" y="1680211"/>
            <a:ext cx="11926491" cy="4752261"/>
          </a:xfrm>
          <a:prstGeom prst="rect">
            <a:avLst/>
          </a:prstGeom>
          <a:noFill/>
          <a:ln>
            <a:noFill/>
          </a:ln>
        </p:spPr>
        <p:txBody>
          <a:bodyPr anchorCtr="0" anchor="t" bIns="97725" lIns="195450" spcFirstLastPara="1" rIns="195450" wrap="square" tIns="97725">
            <a:normAutofit/>
          </a:bodyPr>
          <a:lstStyle>
            <a:lvl1pPr indent="-609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1pPr>
            <a:lvl2pPr indent="-552450" lvl="1" marL="914400" algn="l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Clr>
                <a:schemeClr val="dk1"/>
              </a:buClr>
              <a:buSzPts val="5100"/>
              <a:buChar char="–"/>
              <a:defRPr sz="5100"/>
            </a:lvl2pPr>
            <a:lvl3pPr indent="-501650" lvl="2" marL="1371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3pPr>
            <a:lvl4pPr indent="-469900" lvl="3" marL="18288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–"/>
              <a:defRPr sz="3800"/>
            </a:lvl4pPr>
            <a:lvl5pPr indent="-469900" lvl="4" marL="22860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»"/>
              <a:defRPr sz="3800"/>
            </a:lvl5pPr>
            <a:lvl6pPr indent="-469900" lvl="5" marL="27432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6pPr>
            <a:lvl7pPr indent="-469900" lvl="6" marL="32004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7pPr>
            <a:lvl8pPr indent="-469900" lvl="7" marL="36576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8pPr>
            <a:lvl9pPr indent="-469900" lvl="8" marL="41148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135016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9226153" y="6674168"/>
            <a:ext cx="8551069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1935241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1350169" y="288370"/>
            <a:ext cx="2430303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1350169" y="1611869"/>
            <a:ext cx="11931180" cy="671750"/>
          </a:xfrm>
          <a:prstGeom prst="rect">
            <a:avLst/>
          </a:prstGeom>
          <a:noFill/>
          <a:ln>
            <a:noFill/>
          </a:ln>
        </p:spPr>
        <p:txBody>
          <a:bodyPr anchorCtr="0" anchor="b" bIns="97725" lIns="195450" spcFirstLastPara="1" rIns="195450" wrap="square" tIns="97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Clr>
                <a:schemeClr val="dk1"/>
              </a:buClr>
              <a:buSzPts val="5100"/>
              <a:buNone/>
              <a:defRPr b="1" sz="5100"/>
            </a:lvl1pPr>
            <a:lvl2pPr indent="-228600" lvl="1" marL="914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2pPr>
            <a:lvl3pPr indent="-228600" lvl="2" marL="13716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3800"/>
            </a:lvl3pPr>
            <a:lvl4pPr indent="-228600" lvl="3" marL="18288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4pPr>
            <a:lvl5pPr indent="-228600" lvl="4" marL="22860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5pPr>
            <a:lvl6pPr indent="-228600" lvl="5" marL="27432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6pPr>
            <a:lvl7pPr indent="-228600" lvl="6" marL="32004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7pPr>
            <a:lvl8pPr indent="-228600" lvl="7" marL="36576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8pPr>
            <a:lvl9pPr indent="-228600" lvl="8" marL="41148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1350169" y="2283619"/>
            <a:ext cx="11931180" cy="4148852"/>
          </a:xfrm>
          <a:prstGeom prst="rect">
            <a:avLst/>
          </a:prstGeom>
          <a:noFill/>
          <a:ln>
            <a:noFill/>
          </a:ln>
        </p:spPr>
        <p:txBody>
          <a:bodyPr anchorCtr="0" anchor="t" bIns="97725" lIns="195450" spcFirstLastPara="1" rIns="195450" wrap="square" tIns="97725">
            <a:normAutofit/>
          </a:bodyPr>
          <a:lstStyle>
            <a:lvl1pPr indent="-552450" lvl="0" marL="457200" algn="l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Clr>
                <a:schemeClr val="dk1"/>
              </a:buClr>
              <a:buSzPts val="5100"/>
              <a:buChar char="•"/>
              <a:defRPr sz="5100"/>
            </a:lvl1pPr>
            <a:lvl2pPr indent="-501650" lvl="1" marL="914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69900" lvl="2" marL="13716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3pPr>
            <a:lvl4pPr indent="-444500" lvl="3" marL="18288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4pPr>
            <a:lvl5pPr indent="-444500" lvl="4" marL="22860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»"/>
              <a:defRPr sz="3400"/>
            </a:lvl5pPr>
            <a:lvl6pPr indent="-444500" lvl="5" marL="27432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6pPr>
            <a:lvl7pPr indent="-444500" lvl="6" marL="32004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7pPr>
            <a:lvl8pPr indent="-444500" lvl="7" marL="36576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8pPr>
            <a:lvl9pPr indent="-444500" lvl="8" marL="41148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13717341" y="1611869"/>
            <a:ext cx="11935867" cy="671750"/>
          </a:xfrm>
          <a:prstGeom prst="rect">
            <a:avLst/>
          </a:prstGeom>
          <a:noFill/>
          <a:ln>
            <a:noFill/>
          </a:ln>
        </p:spPr>
        <p:txBody>
          <a:bodyPr anchorCtr="0" anchor="b" bIns="97725" lIns="195450" spcFirstLastPara="1" rIns="195450" wrap="square" tIns="97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Clr>
                <a:schemeClr val="dk1"/>
              </a:buClr>
              <a:buSzPts val="5100"/>
              <a:buNone/>
              <a:defRPr b="1" sz="5100"/>
            </a:lvl1pPr>
            <a:lvl2pPr indent="-228600" lvl="1" marL="914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2pPr>
            <a:lvl3pPr indent="-228600" lvl="2" marL="13716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3800"/>
            </a:lvl3pPr>
            <a:lvl4pPr indent="-228600" lvl="3" marL="18288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4pPr>
            <a:lvl5pPr indent="-228600" lvl="4" marL="22860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5pPr>
            <a:lvl6pPr indent="-228600" lvl="5" marL="27432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6pPr>
            <a:lvl7pPr indent="-228600" lvl="6" marL="32004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7pPr>
            <a:lvl8pPr indent="-228600" lvl="7" marL="36576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8pPr>
            <a:lvl9pPr indent="-228600" lvl="8" marL="41148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9pPr>
          </a:lstStyle>
          <a:p/>
        </p:txBody>
      </p:sp>
      <p:sp>
        <p:nvSpPr>
          <p:cNvPr id="49" name="Google Shape;49;p8"/>
          <p:cNvSpPr txBox="1"/>
          <p:nvPr>
            <p:ph idx="4" type="body"/>
          </p:nvPr>
        </p:nvSpPr>
        <p:spPr>
          <a:xfrm>
            <a:off x="13717341" y="2283619"/>
            <a:ext cx="11935867" cy="4148852"/>
          </a:xfrm>
          <a:prstGeom prst="rect">
            <a:avLst/>
          </a:prstGeom>
          <a:noFill/>
          <a:ln>
            <a:noFill/>
          </a:ln>
        </p:spPr>
        <p:txBody>
          <a:bodyPr anchorCtr="0" anchor="t" bIns="97725" lIns="195450" spcFirstLastPara="1" rIns="195450" wrap="square" tIns="97725">
            <a:normAutofit/>
          </a:bodyPr>
          <a:lstStyle>
            <a:lvl1pPr indent="-552450" lvl="0" marL="457200" algn="l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Clr>
                <a:schemeClr val="dk1"/>
              </a:buClr>
              <a:buSzPts val="5100"/>
              <a:buChar char="•"/>
              <a:defRPr sz="5100"/>
            </a:lvl1pPr>
            <a:lvl2pPr indent="-501650" lvl="1" marL="914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69900" lvl="2" marL="137160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3pPr>
            <a:lvl4pPr indent="-444500" lvl="3" marL="18288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4pPr>
            <a:lvl5pPr indent="-444500" lvl="4" marL="22860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»"/>
              <a:defRPr sz="3400"/>
            </a:lvl5pPr>
            <a:lvl6pPr indent="-444500" lvl="5" marL="27432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6pPr>
            <a:lvl7pPr indent="-444500" lvl="6" marL="32004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7pPr>
            <a:lvl8pPr indent="-444500" lvl="7" marL="36576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8pPr>
            <a:lvl9pPr indent="-444500" lvl="8" marL="41148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135016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9226153" y="6674168"/>
            <a:ext cx="8551069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1935241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1350169" y="288370"/>
            <a:ext cx="2430303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135016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9226153" y="6674168"/>
            <a:ext cx="8551069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1935241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350170" y="286702"/>
            <a:ext cx="8883924" cy="1220153"/>
          </a:xfrm>
          <a:prstGeom prst="rect">
            <a:avLst/>
          </a:prstGeom>
          <a:noFill/>
          <a:ln>
            <a:noFill/>
          </a:ln>
        </p:spPr>
        <p:txBody>
          <a:bodyPr anchorCtr="0" anchor="b" bIns="97725" lIns="195450" spcFirstLastPara="1" rIns="195450" wrap="square" tIns="97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Calibri"/>
              <a:buNone/>
              <a:defRPr b="1"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0557569" y="286703"/>
            <a:ext cx="15095637" cy="6145769"/>
          </a:xfrm>
          <a:prstGeom prst="rect">
            <a:avLst/>
          </a:prstGeom>
          <a:noFill/>
          <a:ln>
            <a:noFill/>
          </a:ln>
        </p:spPr>
        <p:txBody>
          <a:bodyPr anchorCtr="0" anchor="t" bIns="97725" lIns="195450" spcFirstLastPara="1" rIns="195450" wrap="square" tIns="97725">
            <a:normAutofit/>
          </a:bodyPr>
          <a:lstStyle>
            <a:lvl1pPr indent="-660400" lvl="0" marL="4572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1pPr>
            <a:lvl2pPr indent="-609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–"/>
              <a:defRPr sz="6000"/>
            </a:lvl2pPr>
            <a:lvl3pPr indent="-552450" lvl="2" marL="1371600" algn="l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Clr>
                <a:schemeClr val="dk1"/>
              </a:buClr>
              <a:buSzPts val="5100"/>
              <a:buChar char="•"/>
              <a:defRPr sz="5100"/>
            </a:lvl3pPr>
            <a:lvl4pPr indent="-501650" lvl="3" marL="1828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4pPr>
            <a:lvl5pPr indent="-501650" lvl="4" marL="22860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»"/>
              <a:defRPr sz="4300"/>
            </a:lvl5pPr>
            <a:lvl6pPr indent="-501650" lvl="5" marL="27432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6pPr>
            <a:lvl7pPr indent="-501650" lvl="6" marL="3200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7pPr>
            <a:lvl8pPr indent="-501650" lvl="7" marL="3657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8pPr>
            <a:lvl9pPr indent="-501650" lvl="8" marL="4114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350170" y="1506856"/>
            <a:ext cx="8883924" cy="4925616"/>
          </a:xfrm>
          <a:prstGeom prst="rect">
            <a:avLst/>
          </a:prstGeom>
          <a:noFill/>
          <a:ln>
            <a:noFill/>
          </a:ln>
        </p:spPr>
        <p:txBody>
          <a:bodyPr anchorCtr="0" anchor="t" bIns="97725" lIns="195450" spcFirstLastPara="1" rIns="195450" wrap="square" tIns="97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1pPr>
            <a:lvl2pPr indent="-228600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/>
            </a:lvl2pPr>
            <a:lvl3pPr indent="-228600" lvl="2" marL="1371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indent="-22860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indent="-22860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indent="-22860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indent="-22860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indent="-22860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indent="-22860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135016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9226153" y="6674168"/>
            <a:ext cx="8551069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1935241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5292851" y="5040630"/>
            <a:ext cx="16202025" cy="595075"/>
          </a:xfrm>
          <a:prstGeom prst="rect">
            <a:avLst/>
          </a:prstGeom>
          <a:noFill/>
          <a:ln>
            <a:noFill/>
          </a:ln>
        </p:spPr>
        <p:txBody>
          <a:bodyPr anchorCtr="0" anchor="b" bIns="97725" lIns="195450" spcFirstLastPara="1" rIns="195450" wrap="square" tIns="97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Calibri"/>
              <a:buNone/>
              <a:defRPr b="1"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292851" y="643414"/>
            <a:ext cx="16202025" cy="432054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5292851" y="5635705"/>
            <a:ext cx="16202025" cy="845105"/>
          </a:xfrm>
          <a:prstGeom prst="rect">
            <a:avLst/>
          </a:prstGeom>
          <a:noFill/>
          <a:ln>
            <a:noFill/>
          </a:ln>
        </p:spPr>
        <p:txBody>
          <a:bodyPr anchorCtr="0" anchor="t" bIns="97725" lIns="195450" spcFirstLastPara="1" rIns="195450" wrap="square" tIns="97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1pPr>
            <a:lvl2pPr indent="-228600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/>
            </a:lvl2pPr>
            <a:lvl3pPr indent="-228600" lvl="2" marL="1371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indent="-22860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indent="-22860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indent="-22860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indent="-22860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indent="-22860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indent="-22860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135016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9226153" y="6674168"/>
            <a:ext cx="8551069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1935241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350169" y="288370"/>
            <a:ext cx="2430303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11125558" y="-8095178"/>
            <a:ext cx="4752261" cy="24303038"/>
          </a:xfrm>
          <a:prstGeom prst="rect">
            <a:avLst/>
          </a:prstGeom>
          <a:noFill/>
          <a:ln>
            <a:noFill/>
          </a:ln>
        </p:spPr>
        <p:txBody>
          <a:bodyPr anchorCtr="0" anchor="t" bIns="97725" lIns="195450" spcFirstLastPara="1" rIns="195450" wrap="square" tIns="977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135016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9226153" y="6674168"/>
            <a:ext cx="8551069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1935241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9543276" y="322542"/>
            <a:ext cx="6144101" cy="6075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7166730" y="-5528189"/>
            <a:ext cx="6144101" cy="17777222"/>
          </a:xfrm>
          <a:prstGeom prst="rect">
            <a:avLst/>
          </a:prstGeom>
          <a:noFill/>
          <a:ln>
            <a:noFill/>
          </a:ln>
        </p:spPr>
        <p:txBody>
          <a:bodyPr anchorCtr="0" anchor="t" bIns="97725" lIns="195450" spcFirstLastPara="1" rIns="195450" wrap="square" tIns="977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135016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9226153" y="6674168"/>
            <a:ext cx="8551069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935241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350169" y="288370"/>
            <a:ext cx="2430303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350169" y="1680211"/>
            <a:ext cx="24303038" cy="4752261"/>
          </a:xfrm>
          <a:prstGeom prst="rect">
            <a:avLst/>
          </a:prstGeom>
          <a:noFill/>
          <a:ln>
            <a:noFill/>
          </a:ln>
        </p:spPr>
        <p:txBody>
          <a:bodyPr anchorCtr="0" anchor="t" bIns="97725" lIns="195450" spcFirstLastPara="1" rIns="195450" wrap="square" tIns="97725">
            <a:normAutofit/>
          </a:bodyPr>
          <a:lstStyle>
            <a:lvl1pPr indent="-660400" lvl="0" marL="4572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609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–"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52450" lvl="2" marL="1371600" marR="0" rtl="0" algn="l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ial"/>
              <a:buChar char="•"/>
              <a:defRPr b="0" i="0" sz="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01650" lvl="3" marL="18288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–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01650" lvl="4" marL="22860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»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1650" lvl="5" marL="27432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01650" lvl="6" marL="32004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01650" lvl="7" marL="36576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01650" lvl="8" marL="41148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135016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9226153" y="6674168"/>
            <a:ext cx="8551069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9352419" y="6674168"/>
            <a:ext cx="6300788" cy="38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7725" lIns="195450" spcFirstLastPara="1" rIns="195450" wrap="square" tIns="977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6.googleusercontent.com/Tp_kXSAeFZwnpRbMxsvQ8pzsC1vWuuuGk43J8JO4TzAEqBVdLKKc7Of-byjqgGM5u4mHEkCfBcueShPaFYqRqX64LTYck1PX63WoFq6uJE8xEvSPwWQI6hN8IiI3QYUd1X5FhsZ1shn9nXlxgc2Y2ERFVjjONFPaPaRwXmHb7JrM9QMkgMwQEo3MkJXrdJPzY_zbDuDMGw=nw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9864024" y="-9965525"/>
            <a:ext cx="7258426" cy="2708797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518047" y="2160289"/>
            <a:ext cx="26499000" cy="24006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全自動高級智能遮雨棚</a:t>
            </a:r>
            <a:endParaRPr b="1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葉陽甫</dc:creator>
</cp:coreProperties>
</file>